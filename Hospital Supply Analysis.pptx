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62" r:id="rId3"/>
    <p:sldId id="263" r:id="rId4"/>
    <p:sldId id="264" r:id="rId5"/>
    <p:sldId id="266" r:id="rId6"/>
    <p:sldId id="267" r:id="rId7"/>
    <p:sldId id="269" r:id="rId8"/>
    <p:sldId id="271" r:id="rId9"/>
    <p:sldId id="274" r:id="rId10"/>
    <p:sldId id="257" r:id="rId11"/>
    <p:sldId id="258" r:id="rId12"/>
    <p:sldId id="259" r:id="rId13"/>
    <p:sldId id="260" r:id="rId14"/>
    <p:sldId id="261" r:id="rId15"/>
    <p:sldId id="268" r:id="rId16"/>
    <p:sldId id="270" r:id="rId17"/>
    <p:sldId id="272" r:id="rId18"/>
    <p:sldId id="273" r:id="rId19"/>
    <p:sldId id="265" r:id="rId2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EB630DE-B3DB-06B6-FD3C-2FA1242D03B0}" v="6" dt="2025-12-10T18:06:07.016"/>
    <p1510:client id="{916C900E-9CE9-D432-6AD5-EDBFA39FD9F1}" v="348" dt="2025-12-10T18:40:50.835"/>
    <p1510:client id="{B52E827E-7301-F18A-B19F-17378CF1ACCD}" v="94" dt="2025-12-10T04:56:42.837"/>
    <p1510:client id="{C56BCEA5-D215-9BD2-18F9-B366A3DD5531}" v="196" dt="2025-12-10T05:41:33.292"/>
    <p1510:client id="{DB47290E-E733-41B5-09FE-7520D02E2062}" v="1" dt="2025-12-10T04:46:22.445"/>
    <p1510:client id="{F51274DF-252F-0D0D-369E-C68EAAF5BF37}" v="631" dt="2025-12-10T06:41:56.155"/>
    <p1510:client id="{F5197ECD-FBBA-CB96-F6F9-0F482BD3B833}" v="86" dt="2025-12-10T06:38:01.31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slideViewPr>
    <p:cSldViewPr snapToGrid="0">
      <p:cViewPr>
        <p:scale>
          <a:sx n="1" d="2"/>
          <a:sy n="1" d="2"/>
        </p:scale>
        <p:origin x="0" y="0"/>
      </p:cViewPr>
      <p:guideLst/>
    </p:cSldViewPr>
  </p:slide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microsoft.com/office/2015/10/relationships/revisionInfo" Target="revisionInfo.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microsoft.com/office/2016/11/relationships/changesInfo" Target="changesInfos/changesInfo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Guest User" providerId="Windows Live" clId="Web-{F51274DF-252F-0D0D-369E-C68EAAF5BF37}"/>
    <pc:docChg chg="addSld modSld">
      <pc:chgData name="Guest User" userId="" providerId="Windows Live" clId="Web-{F51274DF-252F-0D0D-369E-C68EAAF5BF37}" dt="2025-12-10T06:41:53.218" v="643" actId="20577"/>
      <pc:docMkLst>
        <pc:docMk/>
      </pc:docMkLst>
      <pc:sldChg chg="addSp modSp mod setBg">
        <pc:chgData name="Guest User" userId="" providerId="Windows Live" clId="Web-{F51274DF-252F-0D0D-369E-C68EAAF5BF37}" dt="2025-12-10T06:09:11.050" v="70"/>
        <pc:sldMkLst>
          <pc:docMk/>
          <pc:sldMk cId="3868757941" sldId="256"/>
        </pc:sldMkLst>
        <pc:spChg chg="mod">
          <ac:chgData name="Guest User" userId="" providerId="Windows Live" clId="Web-{F51274DF-252F-0D0D-369E-C68EAAF5BF37}" dt="2025-12-10T06:09:11.050" v="70"/>
          <ac:spMkLst>
            <pc:docMk/>
            <pc:sldMk cId="3868757941" sldId="256"/>
            <ac:spMk id="2" creationId="{65DDA2C5-A44B-4262-0151-C7606A5CD583}"/>
          </ac:spMkLst>
        </pc:spChg>
        <pc:spChg chg="mod">
          <ac:chgData name="Guest User" userId="" providerId="Windows Live" clId="Web-{F51274DF-252F-0D0D-369E-C68EAAF5BF37}" dt="2025-12-10T06:09:11.050" v="70"/>
          <ac:spMkLst>
            <pc:docMk/>
            <pc:sldMk cId="3868757941" sldId="256"/>
            <ac:spMk id="3" creationId="{459BAF9C-F745-0B7D-D8CF-C0605FCCDEB2}"/>
          </ac:spMkLst>
        </pc:spChg>
        <pc:spChg chg="add">
          <ac:chgData name="Guest User" userId="" providerId="Windows Live" clId="Web-{F51274DF-252F-0D0D-369E-C68EAAF5BF37}" dt="2025-12-10T06:09:11.050" v="70"/>
          <ac:spMkLst>
            <pc:docMk/>
            <pc:sldMk cId="3868757941" sldId="256"/>
            <ac:spMk id="8" creationId="{6F5A5072-7B47-4D32-B52A-4EBBF590B8A5}"/>
          </ac:spMkLst>
        </pc:spChg>
        <pc:spChg chg="add">
          <ac:chgData name="Guest User" userId="" providerId="Windows Live" clId="Web-{F51274DF-252F-0D0D-369E-C68EAAF5BF37}" dt="2025-12-10T06:09:11.050" v="70"/>
          <ac:spMkLst>
            <pc:docMk/>
            <pc:sldMk cId="3868757941" sldId="256"/>
            <ac:spMk id="10" creationId="{9715DAF0-AE1B-46C9-8A6B-DB2AA05AB91D}"/>
          </ac:spMkLst>
        </pc:spChg>
        <pc:spChg chg="add">
          <ac:chgData name="Guest User" userId="" providerId="Windows Live" clId="Web-{F51274DF-252F-0D0D-369E-C68EAAF5BF37}" dt="2025-12-10T06:09:11.050" v="70"/>
          <ac:spMkLst>
            <pc:docMk/>
            <pc:sldMk cId="3868757941" sldId="256"/>
            <ac:spMk id="12" creationId="{6016219D-510E-4184-9090-6D5578A87BD1}"/>
          </ac:spMkLst>
        </pc:spChg>
        <pc:spChg chg="add">
          <ac:chgData name="Guest User" userId="" providerId="Windows Live" clId="Web-{F51274DF-252F-0D0D-369E-C68EAAF5BF37}" dt="2025-12-10T06:09:11.050" v="70"/>
          <ac:spMkLst>
            <pc:docMk/>
            <pc:sldMk cId="3868757941" sldId="256"/>
            <ac:spMk id="14" creationId="{AFF4A713-7B75-4B21-90D7-5AB19547C728}"/>
          </ac:spMkLst>
        </pc:spChg>
        <pc:spChg chg="add">
          <ac:chgData name="Guest User" userId="" providerId="Windows Live" clId="Web-{F51274DF-252F-0D0D-369E-C68EAAF5BF37}" dt="2025-12-10T06:09:11.050" v="70"/>
          <ac:spMkLst>
            <pc:docMk/>
            <pc:sldMk cId="3868757941" sldId="256"/>
            <ac:spMk id="16" creationId="{DC631C0B-6DA6-4E57-8231-CE32B3434A7E}"/>
          </ac:spMkLst>
        </pc:spChg>
        <pc:spChg chg="add">
          <ac:chgData name="Guest User" userId="" providerId="Windows Live" clId="Web-{F51274DF-252F-0D0D-369E-C68EAAF5BF37}" dt="2025-12-10T06:09:11.050" v="70"/>
          <ac:spMkLst>
            <pc:docMk/>
            <pc:sldMk cId="3868757941" sldId="256"/>
            <ac:spMk id="18" creationId="{C29501E6-A978-4A61-9689-9085AF97A53A}"/>
          </ac:spMkLst>
        </pc:spChg>
      </pc:sldChg>
      <pc:sldChg chg="addSp modSp mod setBg">
        <pc:chgData name="Guest User" userId="" providerId="Windows Live" clId="Web-{F51274DF-252F-0D0D-369E-C68EAAF5BF37}" dt="2025-12-10T06:08:14.644" v="66"/>
        <pc:sldMkLst>
          <pc:docMk/>
          <pc:sldMk cId="2131399167" sldId="257"/>
        </pc:sldMkLst>
        <pc:spChg chg="mod">
          <ac:chgData name="Guest User" userId="" providerId="Windows Live" clId="Web-{F51274DF-252F-0D0D-369E-C68EAAF5BF37}" dt="2025-12-10T06:08:14.644" v="66"/>
          <ac:spMkLst>
            <pc:docMk/>
            <pc:sldMk cId="2131399167" sldId="257"/>
            <ac:spMk id="2" creationId="{BC0CFFEA-1A37-EBC6-F038-623A8F1A807B}"/>
          </ac:spMkLst>
        </pc:spChg>
        <pc:spChg chg="mod">
          <ac:chgData name="Guest User" userId="" providerId="Windows Live" clId="Web-{F51274DF-252F-0D0D-369E-C68EAAF5BF37}" dt="2025-12-10T06:08:14.644" v="66"/>
          <ac:spMkLst>
            <pc:docMk/>
            <pc:sldMk cId="2131399167" sldId="257"/>
            <ac:spMk id="7" creationId="{3ED83EC2-FF8C-0107-9D44-FC2F61A9431D}"/>
          </ac:spMkLst>
        </pc:spChg>
        <pc:spChg chg="add">
          <ac:chgData name="Guest User" userId="" providerId="Windows Live" clId="Web-{F51274DF-252F-0D0D-369E-C68EAAF5BF37}" dt="2025-12-10T06:08:14.644" v="66"/>
          <ac:spMkLst>
            <pc:docMk/>
            <pc:sldMk cId="2131399167" sldId="257"/>
            <ac:spMk id="12" creationId="{0B9EE3F3-89B7-43C3-8651-C4C96830993D}"/>
          </ac:spMkLst>
        </pc:spChg>
        <pc:spChg chg="add">
          <ac:chgData name="Guest User" userId="" providerId="Windows Live" clId="Web-{F51274DF-252F-0D0D-369E-C68EAAF5BF37}" dt="2025-12-10T06:08:14.644" v="66"/>
          <ac:spMkLst>
            <pc:docMk/>
            <pc:sldMk cId="2131399167" sldId="257"/>
            <ac:spMk id="14" creationId="{33AE4636-AEEC-45D6-84D4-7AC2DA48ECF8}"/>
          </ac:spMkLst>
        </pc:spChg>
        <pc:spChg chg="add">
          <ac:chgData name="Guest User" userId="" providerId="Windows Live" clId="Web-{F51274DF-252F-0D0D-369E-C68EAAF5BF37}" dt="2025-12-10T06:08:14.644" v="66"/>
          <ac:spMkLst>
            <pc:docMk/>
            <pc:sldMk cId="2131399167" sldId="257"/>
            <ac:spMk id="16" creationId="{8D9CE0F4-2EB2-4F1F-8AAC-DB3571D9FE10}"/>
          </ac:spMkLst>
        </pc:spChg>
        <pc:picChg chg="mod ord">
          <ac:chgData name="Guest User" userId="" providerId="Windows Live" clId="Web-{F51274DF-252F-0D0D-369E-C68EAAF5BF37}" dt="2025-12-10T06:08:14.644" v="66"/>
          <ac:picMkLst>
            <pc:docMk/>
            <pc:sldMk cId="2131399167" sldId="257"/>
            <ac:picMk id="4" creationId="{66910731-2940-A4C4-D958-2AF5CF721935}"/>
          </ac:picMkLst>
        </pc:picChg>
      </pc:sldChg>
      <pc:sldChg chg="addSp modSp mod setBg">
        <pc:chgData name="Guest User" userId="" providerId="Windows Live" clId="Web-{F51274DF-252F-0D0D-369E-C68EAAF5BF37}" dt="2025-12-10T06:08:23.831" v="67"/>
        <pc:sldMkLst>
          <pc:docMk/>
          <pc:sldMk cId="3599544960" sldId="258"/>
        </pc:sldMkLst>
        <pc:spChg chg="mod">
          <ac:chgData name="Guest User" userId="" providerId="Windows Live" clId="Web-{F51274DF-252F-0D0D-369E-C68EAAF5BF37}" dt="2025-12-10T06:08:23.831" v="67"/>
          <ac:spMkLst>
            <pc:docMk/>
            <pc:sldMk cId="3599544960" sldId="258"/>
            <ac:spMk id="2" creationId="{605DCAD8-A9EB-C6BC-7336-7886F7AF3583}"/>
          </ac:spMkLst>
        </pc:spChg>
        <pc:spChg chg="mod">
          <ac:chgData name="Guest User" userId="" providerId="Windows Live" clId="Web-{F51274DF-252F-0D0D-369E-C68EAAF5BF37}" dt="2025-12-10T06:08:23.831" v="67"/>
          <ac:spMkLst>
            <pc:docMk/>
            <pc:sldMk cId="3599544960" sldId="258"/>
            <ac:spMk id="6" creationId="{859C02AE-7659-E22C-B0E0-5C6485B10E77}"/>
          </ac:spMkLst>
        </pc:spChg>
        <pc:spChg chg="add">
          <ac:chgData name="Guest User" userId="" providerId="Windows Live" clId="Web-{F51274DF-252F-0D0D-369E-C68EAAF5BF37}" dt="2025-12-10T06:08:23.831" v="67"/>
          <ac:spMkLst>
            <pc:docMk/>
            <pc:sldMk cId="3599544960" sldId="258"/>
            <ac:spMk id="11" creationId="{2B97F24A-32CE-4C1C-A50D-3016B394DCFB}"/>
          </ac:spMkLst>
        </pc:spChg>
        <pc:spChg chg="add">
          <ac:chgData name="Guest User" userId="" providerId="Windows Live" clId="Web-{F51274DF-252F-0D0D-369E-C68EAAF5BF37}" dt="2025-12-10T06:08:23.831" v="67"/>
          <ac:spMkLst>
            <pc:docMk/>
            <pc:sldMk cId="3599544960" sldId="258"/>
            <ac:spMk id="13" creationId="{CD8B4F24-440B-49E9-B85D-733523DC064B}"/>
          </ac:spMkLst>
        </pc:spChg>
        <pc:picChg chg="mod ord">
          <ac:chgData name="Guest User" userId="" providerId="Windows Live" clId="Web-{F51274DF-252F-0D0D-369E-C68EAAF5BF37}" dt="2025-12-10T06:08:23.831" v="67"/>
          <ac:picMkLst>
            <pc:docMk/>
            <pc:sldMk cId="3599544960" sldId="258"/>
            <ac:picMk id="4" creationId="{FEA3857A-9EFF-57BE-AB57-9C70C38D7A27}"/>
          </ac:picMkLst>
        </pc:picChg>
      </pc:sldChg>
      <pc:sldChg chg="addSp modSp mod setBg">
        <pc:chgData name="Guest User" userId="" providerId="Windows Live" clId="Web-{F51274DF-252F-0D0D-369E-C68EAAF5BF37}" dt="2025-12-10T06:08:28.847" v="68"/>
        <pc:sldMkLst>
          <pc:docMk/>
          <pc:sldMk cId="4111094540" sldId="259"/>
        </pc:sldMkLst>
        <pc:spChg chg="mod">
          <ac:chgData name="Guest User" userId="" providerId="Windows Live" clId="Web-{F51274DF-252F-0D0D-369E-C68EAAF5BF37}" dt="2025-12-10T06:08:28.847" v="68"/>
          <ac:spMkLst>
            <pc:docMk/>
            <pc:sldMk cId="4111094540" sldId="259"/>
            <ac:spMk id="2" creationId="{08D7D07A-8A89-7568-699D-916134E4C76B}"/>
          </ac:spMkLst>
        </pc:spChg>
        <pc:spChg chg="mod">
          <ac:chgData name="Guest User" userId="" providerId="Windows Live" clId="Web-{F51274DF-252F-0D0D-369E-C68EAAF5BF37}" dt="2025-12-10T06:08:28.847" v="68"/>
          <ac:spMkLst>
            <pc:docMk/>
            <pc:sldMk cId="4111094540" sldId="259"/>
            <ac:spMk id="3" creationId="{4AB9FD6A-927E-176B-0D6F-D706FD6F3174}"/>
          </ac:spMkLst>
        </pc:spChg>
        <pc:spChg chg="add">
          <ac:chgData name="Guest User" userId="" providerId="Windows Live" clId="Web-{F51274DF-252F-0D0D-369E-C68EAAF5BF37}" dt="2025-12-10T06:08:28.847" v="68"/>
          <ac:spMkLst>
            <pc:docMk/>
            <pc:sldMk cId="4111094540" sldId="259"/>
            <ac:spMk id="10" creationId="{743AA782-23D1-4521-8CAD-47662984AA08}"/>
          </ac:spMkLst>
        </pc:spChg>
        <pc:spChg chg="add">
          <ac:chgData name="Guest User" userId="" providerId="Windows Live" clId="Web-{F51274DF-252F-0D0D-369E-C68EAAF5BF37}" dt="2025-12-10T06:08:28.847" v="68"/>
          <ac:spMkLst>
            <pc:docMk/>
            <pc:sldMk cId="4111094540" sldId="259"/>
            <ac:spMk id="12" creationId="{71877DBC-BB60-40F0-AC93-2ACDBAAE60CE}"/>
          </ac:spMkLst>
        </pc:spChg>
        <pc:picChg chg="mod">
          <ac:chgData name="Guest User" userId="" providerId="Windows Live" clId="Web-{F51274DF-252F-0D0D-369E-C68EAAF5BF37}" dt="2025-12-10T06:08:28.847" v="68"/>
          <ac:picMkLst>
            <pc:docMk/>
            <pc:sldMk cId="4111094540" sldId="259"/>
            <ac:picMk id="5" creationId="{BDD9B3D4-B191-F3F0-8F78-3C0BE349B000}"/>
          </ac:picMkLst>
        </pc:picChg>
      </pc:sldChg>
      <pc:sldChg chg="addSp modSp mod setBg">
        <pc:chgData name="Guest User" userId="" providerId="Windows Live" clId="Web-{F51274DF-252F-0D0D-369E-C68EAAF5BF37}" dt="2025-12-10T06:08:33.675" v="69"/>
        <pc:sldMkLst>
          <pc:docMk/>
          <pc:sldMk cId="1442675310" sldId="260"/>
        </pc:sldMkLst>
        <pc:spChg chg="mod">
          <ac:chgData name="Guest User" userId="" providerId="Windows Live" clId="Web-{F51274DF-252F-0D0D-369E-C68EAAF5BF37}" dt="2025-12-10T06:08:33.675" v="69"/>
          <ac:spMkLst>
            <pc:docMk/>
            <pc:sldMk cId="1442675310" sldId="260"/>
            <ac:spMk id="2" creationId="{13338350-8CD0-F1DD-C51D-B5B8C22ADD49}"/>
          </ac:spMkLst>
        </pc:spChg>
        <pc:spChg chg="mod">
          <ac:chgData name="Guest User" userId="" providerId="Windows Live" clId="Web-{F51274DF-252F-0D0D-369E-C68EAAF5BF37}" dt="2025-12-10T06:08:33.675" v="69"/>
          <ac:spMkLst>
            <pc:docMk/>
            <pc:sldMk cId="1442675310" sldId="260"/>
            <ac:spMk id="3" creationId="{EDC42BAF-749F-4A47-3BD5-19282CEFA9E0}"/>
          </ac:spMkLst>
        </pc:spChg>
        <pc:spChg chg="add">
          <ac:chgData name="Guest User" userId="" providerId="Windows Live" clId="Web-{F51274DF-252F-0D0D-369E-C68EAAF5BF37}" dt="2025-12-10T06:08:33.675" v="69"/>
          <ac:spMkLst>
            <pc:docMk/>
            <pc:sldMk cId="1442675310" sldId="260"/>
            <ac:spMk id="10" creationId="{743AA782-23D1-4521-8CAD-47662984AA08}"/>
          </ac:spMkLst>
        </pc:spChg>
        <pc:spChg chg="add">
          <ac:chgData name="Guest User" userId="" providerId="Windows Live" clId="Web-{F51274DF-252F-0D0D-369E-C68EAAF5BF37}" dt="2025-12-10T06:08:33.675" v="69"/>
          <ac:spMkLst>
            <pc:docMk/>
            <pc:sldMk cId="1442675310" sldId="260"/>
            <ac:spMk id="12" creationId="{71877DBC-BB60-40F0-AC93-2ACDBAAE60CE}"/>
          </ac:spMkLst>
        </pc:spChg>
        <pc:picChg chg="mod">
          <ac:chgData name="Guest User" userId="" providerId="Windows Live" clId="Web-{F51274DF-252F-0D0D-369E-C68EAAF5BF37}" dt="2025-12-10T06:08:33.675" v="69"/>
          <ac:picMkLst>
            <pc:docMk/>
            <pc:sldMk cId="1442675310" sldId="260"/>
            <ac:picMk id="5" creationId="{69484A10-E8A2-F689-F266-71272F66520D}"/>
          </ac:picMkLst>
        </pc:picChg>
      </pc:sldChg>
      <pc:sldChg chg="addSp modSp new mod setBg">
        <pc:chgData name="Guest User" userId="" providerId="Windows Live" clId="Web-{F51274DF-252F-0D0D-369E-C68EAAF5BF37}" dt="2025-12-10T06:08:07.925" v="65"/>
        <pc:sldMkLst>
          <pc:docMk/>
          <pc:sldMk cId="1789721342" sldId="262"/>
        </pc:sldMkLst>
        <pc:spChg chg="mod">
          <ac:chgData name="Guest User" userId="" providerId="Windows Live" clId="Web-{F51274DF-252F-0D0D-369E-C68EAAF5BF37}" dt="2025-12-10T06:08:07.925" v="65"/>
          <ac:spMkLst>
            <pc:docMk/>
            <pc:sldMk cId="1789721342" sldId="262"/>
            <ac:spMk id="2" creationId="{A38D4CC1-D8CD-F509-BFA3-2DD7344C805F}"/>
          </ac:spMkLst>
        </pc:spChg>
        <pc:spChg chg="mod">
          <ac:chgData name="Guest User" userId="" providerId="Windows Live" clId="Web-{F51274DF-252F-0D0D-369E-C68EAAF5BF37}" dt="2025-12-10T06:08:07.925" v="65"/>
          <ac:spMkLst>
            <pc:docMk/>
            <pc:sldMk cId="1789721342" sldId="262"/>
            <ac:spMk id="3" creationId="{B2FE8DB3-5130-F82D-4A70-FEE15FD75F7B}"/>
          </ac:spMkLst>
        </pc:spChg>
        <pc:spChg chg="add">
          <ac:chgData name="Guest User" userId="" providerId="Windows Live" clId="Web-{F51274DF-252F-0D0D-369E-C68EAAF5BF37}" dt="2025-12-10T06:08:07.925" v="65"/>
          <ac:spMkLst>
            <pc:docMk/>
            <pc:sldMk cId="1789721342" sldId="262"/>
            <ac:spMk id="9" creationId="{45D37F4E-DDB4-456B-97E0-9937730A039F}"/>
          </ac:spMkLst>
        </pc:spChg>
        <pc:spChg chg="add">
          <ac:chgData name="Guest User" userId="" providerId="Windows Live" clId="Web-{F51274DF-252F-0D0D-369E-C68EAAF5BF37}" dt="2025-12-10T06:08:07.925" v="65"/>
          <ac:spMkLst>
            <pc:docMk/>
            <pc:sldMk cId="1789721342" sldId="262"/>
            <ac:spMk id="11" creationId="{B2DD41CD-8F47-4F56-AD12-4E2FF7696987}"/>
          </ac:spMkLst>
        </pc:spChg>
        <pc:picChg chg="add mod">
          <ac:chgData name="Guest User" userId="" providerId="Windows Live" clId="Web-{F51274DF-252F-0D0D-369E-C68EAAF5BF37}" dt="2025-12-10T06:08:07.925" v="65"/>
          <ac:picMkLst>
            <pc:docMk/>
            <pc:sldMk cId="1789721342" sldId="262"/>
            <ac:picMk id="4" creationId="{8CBDCB66-8174-A01E-462E-29CB91AF34E4}"/>
          </ac:picMkLst>
        </pc:picChg>
      </pc:sldChg>
      <pc:sldChg chg="addSp modSp new mod setBg">
        <pc:chgData name="Guest User" userId="" providerId="Windows Live" clId="Web-{F51274DF-252F-0D0D-369E-C68EAAF5BF37}" dt="2025-12-10T06:18:14.877" v="195"/>
        <pc:sldMkLst>
          <pc:docMk/>
          <pc:sldMk cId="960916414" sldId="263"/>
        </pc:sldMkLst>
        <pc:spChg chg="mod">
          <ac:chgData name="Guest User" userId="" providerId="Windows Live" clId="Web-{F51274DF-252F-0D0D-369E-C68EAAF5BF37}" dt="2025-12-10T06:18:14.877" v="195"/>
          <ac:spMkLst>
            <pc:docMk/>
            <pc:sldMk cId="960916414" sldId="263"/>
            <ac:spMk id="2" creationId="{A636DAA7-EC09-6A6B-ED98-255DCA27D570}"/>
          </ac:spMkLst>
        </pc:spChg>
        <pc:spChg chg="mod">
          <ac:chgData name="Guest User" userId="" providerId="Windows Live" clId="Web-{F51274DF-252F-0D0D-369E-C68EAAF5BF37}" dt="2025-12-10T06:18:14.877" v="195"/>
          <ac:spMkLst>
            <pc:docMk/>
            <pc:sldMk cId="960916414" sldId="263"/>
            <ac:spMk id="3" creationId="{7C3B54F7-7B48-0876-CA70-70C1DB35CE38}"/>
          </ac:spMkLst>
        </pc:spChg>
        <pc:spChg chg="add">
          <ac:chgData name="Guest User" userId="" providerId="Windows Live" clId="Web-{F51274DF-252F-0D0D-369E-C68EAAF5BF37}" dt="2025-12-10T06:18:14.877" v="195"/>
          <ac:spMkLst>
            <pc:docMk/>
            <pc:sldMk cId="960916414" sldId="263"/>
            <ac:spMk id="8" creationId="{DEE2AD96-B495-4E06-9291-B71706F728CB}"/>
          </ac:spMkLst>
        </pc:spChg>
        <pc:spChg chg="add">
          <ac:chgData name="Guest User" userId="" providerId="Windows Live" clId="Web-{F51274DF-252F-0D0D-369E-C68EAAF5BF37}" dt="2025-12-10T06:18:14.877" v="195"/>
          <ac:spMkLst>
            <pc:docMk/>
            <pc:sldMk cId="960916414" sldId="263"/>
            <ac:spMk id="10" creationId="{53CF6D67-C5A8-4ADD-9E8E-1E38CA1D3166}"/>
          </ac:spMkLst>
        </pc:spChg>
        <pc:spChg chg="add">
          <ac:chgData name="Guest User" userId="" providerId="Windows Live" clId="Web-{F51274DF-252F-0D0D-369E-C68EAAF5BF37}" dt="2025-12-10T06:18:14.877" v="195"/>
          <ac:spMkLst>
            <pc:docMk/>
            <pc:sldMk cId="960916414" sldId="263"/>
            <ac:spMk id="12" creationId="{86909FA0-B515-4681-B7A8-FA281D133B94}"/>
          </ac:spMkLst>
        </pc:spChg>
        <pc:spChg chg="add">
          <ac:chgData name="Guest User" userId="" providerId="Windows Live" clId="Web-{F51274DF-252F-0D0D-369E-C68EAAF5BF37}" dt="2025-12-10T06:18:14.877" v="195"/>
          <ac:spMkLst>
            <pc:docMk/>
            <pc:sldMk cId="960916414" sldId="263"/>
            <ac:spMk id="14" creationId="{21C9FE86-FCC3-4A31-AA1C-C882262B7FE7}"/>
          </ac:spMkLst>
        </pc:spChg>
        <pc:spChg chg="add">
          <ac:chgData name="Guest User" userId="" providerId="Windows Live" clId="Web-{F51274DF-252F-0D0D-369E-C68EAAF5BF37}" dt="2025-12-10T06:18:14.877" v="195"/>
          <ac:spMkLst>
            <pc:docMk/>
            <pc:sldMk cId="960916414" sldId="263"/>
            <ac:spMk id="16" creationId="{7D96243B-ECED-4B71-8E06-AE9A285EAD20}"/>
          </ac:spMkLst>
        </pc:spChg>
        <pc:spChg chg="add">
          <ac:chgData name="Guest User" userId="" providerId="Windows Live" clId="Web-{F51274DF-252F-0D0D-369E-C68EAAF5BF37}" dt="2025-12-10T06:18:14.877" v="195"/>
          <ac:spMkLst>
            <pc:docMk/>
            <pc:sldMk cId="960916414" sldId="263"/>
            <ac:spMk id="18" creationId="{A09989E4-EFDC-4A90-A633-E0525FB4139E}"/>
          </ac:spMkLst>
        </pc:spChg>
      </pc:sldChg>
      <pc:sldChg chg="addSp modSp new mod setBg">
        <pc:chgData name="Guest User" userId="" providerId="Windows Live" clId="Web-{F51274DF-252F-0D0D-369E-C68EAAF5BF37}" dt="2025-12-10T06:41:53.218" v="643" actId="20577"/>
        <pc:sldMkLst>
          <pc:docMk/>
          <pc:sldMk cId="421037210" sldId="264"/>
        </pc:sldMkLst>
        <pc:spChg chg="mod">
          <ac:chgData name="Guest User" userId="" providerId="Windows Live" clId="Web-{F51274DF-252F-0D0D-369E-C68EAAF5BF37}" dt="2025-12-10T06:11:08.784" v="90"/>
          <ac:spMkLst>
            <pc:docMk/>
            <pc:sldMk cId="421037210" sldId="264"/>
            <ac:spMk id="2" creationId="{21522AF2-7AD2-5E7B-06DF-140E0E201357}"/>
          </ac:spMkLst>
        </pc:spChg>
        <pc:spChg chg="mod">
          <ac:chgData name="Guest User" userId="" providerId="Windows Live" clId="Web-{F51274DF-252F-0D0D-369E-C68EAAF5BF37}" dt="2025-12-10T06:41:53.218" v="643" actId="20577"/>
          <ac:spMkLst>
            <pc:docMk/>
            <pc:sldMk cId="421037210" sldId="264"/>
            <ac:spMk id="3" creationId="{FC4DDB29-9AF3-C1CD-5A98-F4C3B50DC246}"/>
          </ac:spMkLst>
        </pc:spChg>
        <pc:spChg chg="add">
          <ac:chgData name="Guest User" userId="" providerId="Windows Live" clId="Web-{F51274DF-252F-0D0D-369E-C68EAAF5BF37}" dt="2025-12-10T06:11:08.784" v="90"/>
          <ac:spMkLst>
            <pc:docMk/>
            <pc:sldMk cId="421037210" sldId="264"/>
            <ac:spMk id="9" creationId="{45D37F4E-DDB4-456B-97E0-9937730A039F}"/>
          </ac:spMkLst>
        </pc:spChg>
        <pc:spChg chg="add">
          <ac:chgData name="Guest User" userId="" providerId="Windows Live" clId="Web-{F51274DF-252F-0D0D-369E-C68EAAF5BF37}" dt="2025-12-10T06:11:08.784" v="90"/>
          <ac:spMkLst>
            <pc:docMk/>
            <pc:sldMk cId="421037210" sldId="264"/>
            <ac:spMk id="11" creationId="{B2DD41CD-8F47-4F56-AD12-4E2FF7696987}"/>
          </ac:spMkLst>
        </pc:spChg>
        <pc:picChg chg="add mod">
          <ac:chgData name="Guest User" userId="" providerId="Windows Live" clId="Web-{F51274DF-252F-0D0D-369E-C68EAAF5BF37}" dt="2025-12-10T06:11:08.784" v="90"/>
          <ac:picMkLst>
            <pc:docMk/>
            <pc:sldMk cId="421037210" sldId="264"/>
            <ac:picMk id="4" creationId="{992CFDC4-E43E-4D36-C12C-1E46E6410BDF}"/>
          </ac:picMkLst>
        </pc:picChg>
      </pc:sldChg>
      <pc:sldChg chg="addSp delSp modSp new mod setBg">
        <pc:chgData name="Guest User" userId="" providerId="Windows Live" clId="Web-{F51274DF-252F-0D0D-369E-C68EAAF5BF37}" dt="2025-12-10T06:12:31.096" v="110" actId="20577"/>
        <pc:sldMkLst>
          <pc:docMk/>
          <pc:sldMk cId="3578326500" sldId="265"/>
        </pc:sldMkLst>
        <pc:spChg chg="mod">
          <ac:chgData name="Guest User" userId="" providerId="Windows Live" clId="Web-{F51274DF-252F-0D0D-369E-C68EAAF5BF37}" dt="2025-12-10T06:12:22.893" v="108"/>
          <ac:spMkLst>
            <pc:docMk/>
            <pc:sldMk cId="3578326500" sldId="265"/>
            <ac:spMk id="2" creationId="{09E9EE74-9D4B-A2AC-BA68-D274A76C8615}"/>
          </ac:spMkLst>
        </pc:spChg>
        <pc:spChg chg="mod">
          <ac:chgData name="Guest User" userId="" providerId="Windows Live" clId="Web-{F51274DF-252F-0D0D-369E-C68EAAF5BF37}" dt="2025-12-10T06:12:31.096" v="110" actId="20577"/>
          <ac:spMkLst>
            <pc:docMk/>
            <pc:sldMk cId="3578326500" sldId="265"/>
            <ac:spMk id="3" creationId="{4BEB9D6E-639B-BA3B-8734-4DB738B0A1CE}"/>
          </ac:spMkLst>
        </pc:spChg>
        <pc:spChg chg="add del">
          <ac:chgData name="Guest User" userId="" providerId="Windows Live" clId="Web-{F51274DF-252F-0D0D-369E-C68EAAF5BF37}" dt="2025-12-10T06:12:22.893" v="107"/>
          <ac:spMkLst>
            <pc:docMk/>
            <pc:sldMk cId="3578326500" sldId="265"/>
            <ac:spMk id="8" creationId="{DEE2AD96-B495-4E06-9291-B71706F728CB}"/>
          </ac:spMkLst>
        </pc:spChg>
        <pc:spChg chg="add del">
          <ac:chgData name="Guest User" userId="" providerId="Windows Live" clId="Web-{F51274DF-252F-0D0D-369E-C68EAAF5BF37}" dt="2025-12-10T06:12:22.893" v="107"/>
          <ac:spMkLst>
            <pc:docMk/>
            <pc:sldMk cId="3578326500" sldId="265"/>
            <ac:spMk id="10" creationId="{53CF6D67-C5A8-4ADD-9E8E-1E38CA1D3166}"/>
          </ac:spMkLst>
        </pc:spChg>
        <pc:spChg chg="add del">
          <ac:chgData name="Guest User" userId="" providerId="Windows Live" clId="Web-{F51274DF-252F-0D0D-369E-C68EAAF5BF37}" dt="2025-12-10T06:12:22.893" v="107"/>
          <ac:spMkLst>
            <pc:docMk/>
            <pc:sldMk cId="3578326500" sldId="265"/>
            <ac:spMk id="12" creationId="{86909FA0-B515-4681-B7A8-FA281D133B94}"/>
          </ac:spMkLst>
        </pc:spChg>
        <pc:spChg chg="add del">
          <ac:chgData name="Guest User" userId="" providerId="Windows Live" clId="Web-{F51274DF-252F-0D0D-369E-C68EAAF5BF37}" dt="2025-12-10T06:12:22.893" v="107"/>
          <ac:spMkLst>
            <pc:docMk/>
            <pc:sldMk cId="3578326500" sldId="265"/>
            <ac:spMk id="14" creationId="{21C9FE86-FCC3-4A31-AA1C-C882262B7FE7}"/>
          </ac:spMkLst>
        </pc:spChg>
        <pc:spChg chg="add del">
          <ac:chgData name="Guest User" userId="" providerId="Windows Live" clId="Web-{F51274DF-252F-0D0D-369E-C68EAAF5BF37}" dt="2025-12-10T06:12:22.893" v="107"/>
          <ac:spMkLst>
            <pc:docMk/>
            <pc:sldMk cId="3578326500" sldId="265"/>
            <ac:spMk id="16" creationId="{7D96243B-ECED-4B71-8E06-AE9A285EAD20}"/>
          </ac:spMkLst>
        </pc:spChg>
        <pc:spChg chg="add del">
          <ac:chgData name="Guest User" userId="" providerId="Windows Live" clId="Web-{F51274DF-252F-0D0D-369E-C68EAAF5BF37}" dt="2025-12-10T06:12:22.893" v="107"/>
          <ac:spMkLst>
            <pc:docMk/>
            <pc:sldMk cId="3578326500" sldId="265"/>
            <ac:spMk id="18" creationId="{A09989E4-EFDC-4A90-A633-E0525FB4139E}"/>
          </ac:spMkLst>
        </pc:spChg>
        <pc:spChg chg="add">
          <ac:chgData name="Guest User" userId="" providerId="Windows Live" clId="Web-{F51274DF-252F-0D0D-369E-C68EAAF5BF37}" dt="2025-12-10T06:12:22.893" v="108"/>
          <ac:spMkLst>
            <pc:docMk/>
            <pc:sldMk cId="3578326500" sldId="265"/>
            <ac:spMk id="20" creationId="{1B15ED52-F352-441B-82BF-E0EA34836D08}"/>
          </ac:spMkLst>
        </pc:spChg>
        <pc:spChg chg="add">
          <ac:chgData name="Guest User" userId="" providerId="Windows Live" clId="Web-{F51274DF-252F-0D0D-369E-C68EAAF5BF37}" dt="2025-12-10T06:12:22.893" v="108"/>
          <ac:spMkLst>
            <pc:docMk/>
            <pc:sldMk cId="3578326500" sldId="265"/>
            <ac:spMk id="21" creationId="{3B2E3793-BFE6-45A2-9B7B-E18844431C99}"/>
          </ac:spMkLst>
        </pc:spChg>
        <pc:spChg chg="add">
          <ac:chgData name="Guest User" userId="" providerId="Windows Live" clId="Web-{F51274DF-252F-0D0D-369E-C68EAAF5BF37}" dt="2025-12-10T06:12:22.893" v="108"/>
          <ac:spMkLst>
            <pc:docMk/>
            <pc:sldMk cId="3578326500" sldId="265"/>
            <ac:spMk id="22" creationId="{BC4C4868-CB8F-4AF9-9CDB-8108F2C19B67}"/>
          </ac:spMkLst>
        </pc:spChg>
        <pc:spChg chg="add">
          <ac:chgData name="Guest User" userId="" providerId="Windows Live" clId="Web-{F51274DF-252F-0D0D-369E-C68EAAF5BF37}" dt="2025-12-10T06:12:22.893" v="108"/>
          <ac:spMkLst>
            <pc:docMk/>
            <pc:sldMk cId="3578326500" sldId="265"/>
            <ac:spMk id="23" creationId="{375E0459-6403-40CD-989D-56A4407CA12E}"/>
          </ac:spMkLst>
        </pc:spChg>
        <pc:spChg chg="add">
          <ac:chgData name="Guest User" userId="" providerId="Windows Live" clId="Web-{F51274DF-252F-0D0D-369E-C68EAAF5BF37}" dt="2025-12-10T06:12:22.893" v="108"/>
          <ac:spMkLst>
            <pc:docMk/>
            <pc:sldMk cId="3578326500" sldId="265"/>
            <ac:spMk id="24" creationId="{53E5B1A8-3AC9-4BD1-9BBC-78CA94F2D1BA}"/>
          </ac:spMkLst>
        </pc:spChg>
      </pc:sldChg>
      <pc:sldChg chg="addSp modSp new mod setBg">
        <pc:chgData name="Guest User" userId="" providerId="Windows Live" clId="Web-{F51274DF-252F-0D0D-369E-C68EAAF5BF37}" dt="2025-12-10T06:16:30.845" v="194"/>
        <pc:sldMkLst>
          <pc:docMk/>
          <pc:sldMk cId="4194092122" sldId="266"/>
        </pc:sldMkLst>
        <pc:spChg chg="mod">
          <ac:chgData name="Guest User" userId="" providerId="Windows Live" clId="Web-{F51274DF-252F-0D0D-369E-C68EAAF5BF37}" dt="2025-12-10T06:16:30.845" v="194"/>
          <ac:spMkLst>
            <pc:docMk/>
            <pc:sldMk cId="4194092122" sldId="266"/>
            <ac:spMk id="2" creationId="{D5972727-982A-D12F-72CF-0168F998D499}"/>
          </ac:spMkLst>
        </pc:spChg>
        <pc:spChg chg="mod">
          <ac:chgData name="Guest User" userId="" providerId="Windows Live" clId="Web-{F51274DF-252F-0D0D-369E-C68EAAF5BF37}" dt="2025-12-10T06:16:30.845" v="194"/>
          <ac:spMkLst>
            <pc:docMk/>
            <pc:sldMk cId="4194092122" sldId="266"/>
            <ac:spMk id="3" creationId="{B53C2A49-D07B-C215-B8E8-C882988BDCA9}"/>
          </ac:spMkLst>
        </pc:spChg>
        <pc:spChg chg="add">
          <ac:chgData name="Guest User" userId="" providerId="Windows Live" clId="Web-{F51274DF-252F-0D0D-369E-C68EAAF5BF37}" dt="2025-12-10T06:16:30.845" v="194"/>
          <ac:spMkLst>
            <pc:docMk/>
            <pc:sldMk cId="4194092122" sldId="266"/>
            <ac:spMk id="9" creationId="{45D37F4E-DDB4-456B-97E0-9937730A039F}"/>
          </ac:spMkLst>
        </pc:spChg>
        <pc:spChg chg="add">
          <ac:chgData name="Guest User" userId="" providerId="Windows Live" clId="Web-{F51274DF-252F-0D0D-369E-C68EAAF5BF37}" dt="2025-12-10T06:16:30.845" v="194"/>
          <ac:spMkLst>
            <pc:docMk/>
            <pc:sldMk cId="4194092122" sldId="266"/>
            <ac:spMk id="11" creationId="{B2DD41CD-8F47-4F56-AD12-4E2FF7696987}"/>
          </ac:spMkLst>
        </pc:spChg>
        <pc:picChg chg="add mod">
          <ac:chgData name="Guest User" userId="" providerId="Windows Live" clId="Web-{F51274DF-252F-0D0D-369E-C68EAAF5BF37}" dt="2025-12-10T06:16:30.845" v="194"/>
          <ac:picMkLst>
            <pc:docMk/>
            <pc:sldMk cId="4194092122" sldId="266"/>
            <ac:picMk id="4" creationId="{409D904D-5FF8-835A-974C-57232C2B2687}"/>
          </ac:picMkLst>
        </pc:picChg>
      </pc:sldChg>
      <pc:sldChg chg="addSp modSp new mod setBg">
        <pc:chgData name="Guest User" userId="" providerId="Windows Live" clId="Web-{F51274DF-252F-0D0D-369E-C68EAAF5BF37}" dt="2025-12-10T06:22:48.392" v="277"/>
        <pc:sldMkLst>
          <pc:docMk/>
          <pc:sldMk cId="2066032348" sldId="267"/>
        </pc:sldMkLst>
        <pc:spChg chg="mod">
          <ac:chgData name="Guest User" userId="" providerId="Windows Live" clId="Web-{F51274DF-252F-0D0D-369E-C68EAAF5BF37}" dt="2025-12-10T06:22:48.392" v="277"/>
          <ac:spMkLst>
            <pc:docMk/>
            <pc:sldMk cId="2066032348" sldId="267"/>
            <ac:spMk id="2" creationId="{479C283C-AC0D-FC3F-6285-E69F753ACDF3}"/>
          </ac:spMkLst>
        </pc:spChg>
        <pc:spChg chg="mod">
          <ac:chgData name="Guest User" userId="" providerId="Windows Live" clId="Web-{F51274DF-252F-0D0D-369E-C68EAAF5BF37}" dt="2025-12-10T06:22:48.392" v="277"/>
          <ac:spMkLst>
            <pc:docMk/>
            <pc:sldMk cId="2066032348" sldId="267"/>
            <ac:spMk id="3" creationId="{26F161C6-9A3E-1F01-E2FA-3055456A7E82}"/>
          </ac:spMkLst>
        </pc:spChg>
        <pc:spChg chg="add">
          <ac:chgData name="Guest User" userId="" providerId="Windows Live" clId="Web-{F51274DF-252F-0D0D-369E-C68EAAF5BF37}" dt="2025-12-10T06:22:48.392" v="277"/>
          <ac:spMkLst>
            <pc:docMk/>
            <pc:sldMk cId="2066032348" sldId="267"/>
            <ac:spMk id="9" creationId="{743AA782-23D1-4521-8CAD-47662984AA08}"/>
          </ac:spMkLst>
        </pc:spChg>
        <pc:spChg chg="add">
          <ac:chgData name="Guest User" userId="" providerId="Windows Live" clId="Web-{F51274DF-252F-0D0D-369E-C68EAAF5BF37}" dt="2025-12-10T06:22:48.392" v="277"/>
          <ac:spMkLst>
            <pc:docMk/>
            <pc:sldMk cId="2066032348" sldId="267"/>
            <ac:spMk id="11" creationId="{71877DBC-BB60-40F0-AC93-2ACDBAAE60CE}"/>
          </ac:spMkLst>
        </pc:spChg>
        <pc:picChg chg="add mod">
          <ac:chgData name="Guest User" userId="" providerId="Windows Live" clId="Web-{F51274DF-252F-0D0D-369E-C68EAAF5BF37}" dt="2025-12-10T06:22:48.392" v="277"/>
          <ac:picMkLst>
            <pc:docMk/>
            <pc:sldMk cId="2066032348" sldId="267"/>
            <ac:picMk id="4" creationId="{F15F6125-D9A9-0DEA-038A-F5B0E271F3C1}"/>
          </ac:picMkLst>
        </pc:picChg>
      </pc:sldChg>
      <pc:sldChg chg="addSp modSp new mod setBg">
        <pc:chgData name="Guest User" userId="" providerId="Windows Live" clId="Web-{F51274DF-252F-0D0D-369E-C68EAAF5BF37}" dt="2025-12-10T06:27:48.641" v="380"/>
        <pc:sldMkLst>
          <pc:docMk/>
          <pc:sldMk cId="1795712290" sldId="269"/>
        </pc:sldMkLst>
        <pc:spChg chg="mod">
          <ac:chgData name="Guest User" userId="" providerId="Windows Live" clId="Web-{F51274DF-252F-0D0D-369E-C68EAAF5BF37}" dt="2025-12-10T06:27:48.641" v="380"/>
          <ac:spMkLst>
            <pc:docMk/>
            <pc:sldMk cId="1795712290" sldId="269"/>
            <ac:spMk id="2" creationId="{E13FC6F6-8CF3-27CD-EBDA-75C891E59AE6}"/>
          </ac:spMkLst>
        </pc:spChg>
        <pc:spChg chg="mod">
          <ac:chgData name="Guest User" userId="" providerId="Windows Live" clId="Web-{F51274DF-252F-0D0D-369E-C68EAAF5BF37}" dt="2025-12-10T06:27:48.641" v="380"/>
          <ac:spMkLst>
            <pc:docMk/>
            <pc:sldMk cId="1795712290" sldId="269"/>
            <ac:spMk id="3" creationId="{09B86D66-2355-7EFA-67EA-AFA3893A8AC1}"/>
          </ac:spMkLst>
        </pc:spChg>
        <pc:spChg chg="add">
          <ac:chgData name="Guest User" userId="" providerId="Windows Live" clId="Web-{F51274DF-252F-0D0D-369E-C68EAAF5BF37}" dt="2025-12-10T06:27:48.641" v="380"/>
          <ac:spMkLst>
            <pc:docMk/>
            <pc:sldMk cId="1795712290" sldId="269"/>
            <ac:spMk id="9" creationId="{743AA782-23D1-4521-8CAD-47662984AA08}"/>
          </ac:spMkLst>
        </pc:spChg>
        <pc:spChg chg="add">
          <ac:chgData name="Guest User" userId="" providerId="Windows Live" clId="Web-{F51274DF-252F-0D0D-369E-C68EAAF5BF37}" dt="2025-12-10T06:27:48.641" v="380"/>
          <ac:spMkLst>
            <pc:docMk/>
            <pc:sldMk cId="1795712290" sldId="269"/>
            <ac:spMk id="11" creationId="{71877DBC-BB60-40F0-AC93-2ACDBAAE60CE}"/>
          </ac:spMkLst>
        </pc:spChg>
        <pc:picChg chg="add mod">
          <ac:chgData name="Guest User" userId="" providerId="Windows Live" clId="Web-{F51274DF-252F-0D0D-369E-C68EAAF5BF37}" dt="2025-12-10T06:27:48.641" v="380"/>
          <ac:picMkLst>
            <pc:docMk/>
            <pc:sldMk cId="1795712290" sldId="269"/>
            <ac:picMk id="4" creationId="{8C06716B-5060-55DB-9314-F505DB7D9EDC}"/>
          </ac:picMkLst>
        </pc:picChg>
      </pc:sldChg>
      <pc:sldChg chg="addSp modSp new mod setBg">
        <pc:chgData name="Guest User" userId="" providerId="Windows Live" clId="Web-{F51274DF-252F-0D0D-369E-C68EAAF5BF37}" dt="2025-12-10T06:34:42.718" v="569" actId="1076"/>
        <pc:sldMkLst>
          <pc:docMk/>
          <pc:sldMk cId="1024223743" sldId="271"/>
        </pc:sldMkLst>
        <pc:spChg chg="mod">
          <ac:chgData name="Guest User" userId="" providerId="Windows Live" clId="Web-{F51274DF-252F-0D0D-369E-C68EAAF5BF37}" dt="2025-12-10T06:34:18.546" v="563"/>
          <ac:spMkLst>
            <pc:docMk/>
            <pc:sldMk cId="1024223743" sldId="271"/>
            <ac:spMk id="2" creationId="{9B36DFCD-BD91-3B8D-B1D2-C0AB79A766D9}"/>
          </ac:spMkLst>
        </pc:spChg>
        <pc:spChg chg="mod">
          <ac:chgData name="Guest User" userId="" providerId="Windows Live" clId="Web-{F51274DF-252F-0D0D-369E-C68EAAF5BF37}" dt="2025-12-10T06:34:18.546" v="563"/>
          <ac:spMkLst>
            <pc:docMk/>
            <pc:sldMk cId="1024223743" sldId="271"/>
            <ac:spMk id="3" creationId="{D9C424B7-5303-775F-9601-8E9E799BE4C7}"/>
          </ac:spMkLst>
        </pc:spChg>
        <pc:spChg chg="add">
          <ac:chgData name="Guest User" userId="" providerId="Windows Live" clId="Web-{F51274DF-252F-0D0D-369E-C68EAAF5BF37}" dt="2025-12-10T06:34:18.546" v="563"/>
          <ac:spMkLst>
            <pc:docMk/>
            <pc:sldMk cId="1024223743" sldId="271"/>
            <ac:spMk id="10" creationId="{352BEC0E-22F8-46D0-9632-375DB541B06C}"/>
          </ac:spMkLst>
        </pc:spChg>
        <pc:spChg chg="add">
          <ac:chgData name="Guest User" userId="" providerId="Windows Live" clId="Web-{F51274DF-252F-0D0D-369E-C68EAAF5BF37}" dt="2025-12-10T06:34:18.546" v="563"/>
          <ac:spMkLst>
            <pc:docMk/>
            <pc:sldMk cId="1024223743" sldId="271"/>
            <ac:spMk id="12" creationId="{3FCFB1DE-0B7E-48CC-BA90-B2AB0889F9D6}"/>
          </ac:spMkLst>
        </pc:spChg>
        <pc:picChg chg="add mod">
          <ac:chgData name="Guest User" userId="" providerId="Windows Live" clId="Web-{F51274DF-252F-0D0D-369E-C68EAAF5BF37}" dt="2025-12-10T06:34:32.984" v="565" actId="1076"/>
          <ac:picMkLst>
            <pc:docMk/>
            <pc:sldMk cId="1024223743" sldId="271"/>
            <ac:picMk id="4" creationId="{8B50ED0F-3B6D-CB59-7959-4F3093C0CD86}"/>
          </ac:picMkLst>
        </pc:picChg>
        <pc:picChg chg="add mod">
          <ac:chgData name="Guest User" userId="" providerId="Windows Live" clId="Web-{F51274DF-252F-0D0D-369E-C68EAAF5BF37}" dt="2025-12-10T06:34:42.718" v="569" actId="1076"/>
          <ac:picMkLst>
            <pc:docMk/>
            <pc:sldMk cId="1024223743" sldId="271"/>
            <ac:picMk id="5" creationId="{DEFC596C-954D-5C25-7E2D-CE6D249281E1}"/>
          </ac:picMkLst>
        </pc:picChg>
      </pc:sldChg>
      <pc:sldChg chg="addSp modSp new mod setBg">
        <pc:chgData name="Guest User" userId="" providerId="Windows Live" clId="Web-{F51274DF-252F-0D0D-369E-C68EAAF5BF37}" dt="2025-12-10T06:39:52.796" v="608"/>
        <pc:sldMkLst>
          <pc:docMk/>
          <pc:sldMk cId="210184677" sldId="274"/>
        </pc:sldMkLst>
        <pc:spChg chg="mod">
          <ac:chgData name="Guest User" userId="" providerId="Windows Live" clId="Web-{F51274DF-252F-0D0D-369E-C68EAAF5BF37}" dt="2025-12-10T06:39:52.796" v="608"/>
          <ac:spMkLst>
            <pc:docMk/>
            <pc:sldMk cId="210184677" sldId="274"/>
            <ac:spMk id="2" creationId="{7B385227-8D9F-AAAB-11C6-5B00160D3B68}"/>
          </ac:spMkLst>
        </pc:spChg>
        <pc:spChg chg="mod">
          <ac:chgData name="Guest User" userId="" providerId="Windows Live" clId="Web-{F51274DF-252F-0D0D-369E-C68EAAF5BF37}" dt="2025-12-10T06:39:52.796" v="608"/>
          <ac:spMkLst>
            <pc:docMk/>
            <pc:sldMk cId="210184677" sldId="274"/>
            <ac:spMk id="3" creationId="{F837E2AA-E844-1228-3F7E-D402CCE3F757}"/>
          </ac:spMkLst>
        </pc:spChg>
        <pc:spChg chg="add">
          <ac:chgData name="Guest User" userId="" providerId="Windows Live" clId="Web-{F51274DF-252F-0D0D-369E-C68EAAF5BF37}" dt="2025-12-10T06:39:52.796" v="608"/>
          <ac:spMkLst>
            <pc:docMk/>
            <pc:sldMk cId="210184677" sldId="274"/>
            <ac:spMk id="9" creationId="{743AA782-23D1-4521-8CAD-47662984AA08}"/>
          </ac:spMkLst>
        </pc:spChg>
        <pc:spChg chg="add">
          <ac:chgData name="Guest User" userId="" providerId="Windows Live" clId="Web-{F51274DF-252F-0D0D-369E-C68EAAF5BF37}" dt="2025-12-10T06:39:52.796" v="608"/>
          <ac:spMkLst>
            <pc:docMk/>
            <pc:sldMk cId="210184677" sldId="274"/>
            <ac:spMk id="11" creationId="{71877DBC-BB60-40F0-AC93-2ACDBAAE60CE}"/>
          </ac:spMkLst>
        </pc:spChg>
        <pc:picChg chg="add mod">
          <ac:chgData name="Guest User" userId="" providerId="Windows Live" clId="Web-{F51274DF-252F-0D0D-369E-C68EAAF5BF37}" dt="2025-12-10T06:39:52.796" v="608"/>
          <ac:picMkLst>
            <pc:docMk/>
            <pc:sldMk cId="210184677" sldId="274"/>
            <ac:picMk id="4" creationId="{BB213ED4-75B7-E330-BB7A-0C90C0ED67ED}"/>
          </ac:picMkLst>
        </pc:picChg>
      </pc:sldChg>
    </pc:docChg>
  </pc:docChgLst>
  <pc:docChgLst>
    <pc:chgData name="Guest User" providerId="Windows Live" clId="Web-{B52E827E-7301-F18A-B19F-17378CF1ACCD}"/>
    <pc:docChg chg="addSld modSld">
      <pc:chgData name="Guest User" userId="" providerId="Windows Live" clId="Web-{B52E827E-7301-F18A-B19F-17378CF1ACCD}" dt="2025-12-10T04:56:42.837" v="89" actId="14100"/>
      <pc:docMkLst>
        <pc:docMk/>
      </pc:docMkLst>
      <pc:sldChg chg="modSp">
        <pc:chgData name="Guest User" userId="" providerId="Windows Live" clId="Web-{B52E827E-7301-F18A-B19F-17378CF1ACCD}" dt="2025-12-10T04:51:03.171" v="4" actId="20577"/>
        <pc:sldMkLst>
          <pc:docMk/>
          <pc:sldMk cId="3868757941" sldId="256"/>
        </pc:sldMkLst>
        <pc:spChg chg="mod">
          <ac:chgData name="Guest User" userId="" providerId="Windows Live" clId="Web-{B52E827E-7301-F18A-B19F-17378CF1ACCD}" dt="2025-12-10T04:51:03.171" v="4" actId="20577"/>
          <ac:spMkLst>
            <pc:docMk/>
            <pc:sldMk cId="3868757941" sldId="256"/>
            <ac:spMk id="3" creationId="{459BAF9C-F745-0B7D-D8CF-C0605FCCDEB2}"/>
          </ac:spMkLst>
        </pc:spChg>
      </pc:sldChg>
      <pc:sldChg chg="addSp delSp modSp">
        <pc:chgData name="Guest User" userId="" providerId="Windows Live" clId="Web-{B52E827E-7301-F18A-B19F-17378CF1ACCD}" dt="2025-12-10T04:54:59.961" v="50" actId="1076"/>
        <pc:sldMkLst>
          <pc:docMk/>
          <pc:sldMk cId="2131399167" sldId="257"/>
        </pc:sldMkLst>
        <pc:spChg chg="mod">
          <ac:chgData name="Guest User" userId="" providerId="Windows Live" clId="Web-{B52E827E-7301-F18A-B19F-17378CF1ACCD}" dt="2025-12-10T04:52:01.241" v="30" actId="20577"/>
          <ac:spMkLst>
            <pc:docMk/>
            <pc:sldMk cId="2131399167" sldId="257"/>
            <ac:spMk id="2" creationId="{BC0CFFEA-1A37-EBC6-F038-623A8F1A807B}"/>
          </ac:spMkLst>
        </pc:spChg>
        <pc:spChg chg="del">
          <ac:chgData name="Guest User" userId="" providerId="Windows Live" clId="Web-{B52E827E-7301-F18A-B19F-17378CF1ACCD}" dt="2025-12-10T04:51:30.140" v="5"/>
          <ac:spMkLst>
            <pc:docMk/>
            <pc:sldMk cId="2131399167" sldId="257"/>
            <ac:spMk id="3" creationId="{84D4B81D-DB04-33C9-5A6E-DF0BAAA05EE1}"/>
          </ac:spMkLst>
        </pc:spChg>
        <pc:spChg chg="add del mod">
          <ac:chgData name="Guest User" userId="" providerId="Windows Live" clId="Web-{B52E827E-7301-F18A-B19F-17378CF1ACCD}" dt="2025-12-10T04:52:57.569" v="39"/>
          <ac:spMkLst>
            <pc:docMk/>
            <pc:sldMk cId="2131399167" sldId="257"/>
            <ac:spMk id="5" creationId="{0F7DEA81-7A62-110E-6AD2-AE07DEA50BF3}"/>
          </ac:spMkLst>
        </pc:spChg>
        <pc:spChg chg="add del mod">
          <ac:chgData name="Guest User" userId="" providerId="Windows Live" clId="Web-{B52E827E-7301-F18A-B19F-17378CF1ACCD}" dt="2025-12-10T04:53:06.616" v="43"/>
          <ac:spMkLst>
            <pc:docMk/>
            <pc:sldMk cId="2131399167" sldId="257"/>
            <ac:spMk id="6" creationId="{12382E6C-1FAD-7B2E-5268-A12340DDEAF4}"/>
          </ac:spMkLst>
        </pc:spChg>
        <pc:spChg chg="add mod">
          <ac:chgData name="Guest User" userId="" providerId="Windows Live" clId="Web-{B52E827E-7301-F18A-B19F-17378CF1ACCD}" dt="2025-12-10T04:54:59.961" v="50" actId="1076"/>
          <ac:spMkLst>
            <pc:docMk/>
            <pc:sldMk cId="2131399167" sldId="257"/>
            <ac:spMk id="7" creationId="{3ED83EC2-FF8C-0107-9D44-FC2F61A9431D}"/>
          </ac:spMkLst>
        </pc:spChg>
        <pc:picChg chg="add mod ord">
          <ac:chgData name="Guest User" userId="" providerId="Windows Live" clId="Web-{B52E827E-7301-F18A-B19F-17378CF1ACCD}" dt="2025-12-10T04:52:46.288" v="34" actId="14100"/>
          <ac:picMkLst>
            <pc:docMk/>
            <pc:sldMk cId="2131399167" sldId="257"/>
            <ac:picMk id="4" creationId="{66910731-2940-A4C4-D958-2AF5CF721935}"/>
          </ac:picMkLst>
        </pc:picChg>
      </pc:sldChg>
      <pc:sldChg chg="addSp delSp modSp new">
        <pc:chgData name="Guest User" userId="" providerId="Windows Live" clId="Web-{B52E827E-7301-F18A-B19F-17378CF1ACCD}" dt="2025-12-10T04:56:42.837" v="89" actId="14100"/>
        <pc:sldMkLst>
          <pc:docMk/>
          <pc:sldMk cId="3599544960" sldId="258"/>
        </pc:sldMkLst>
        <pc:spChg chg="mod">
          <ac:chgData name="Guest User" userId="" providerId="Windows Live" clId="Web-{B52E827E-7301-F18A-B19F-17378CF1ACCD}" dt="2025-12-10T04:56:06.915" v="81" actId="20577"/>
          <ac:spMkLst>
            <pc:docMk/>
            <pc:sldMk cId="3599544960" sldId="258"/>
            <ac:spMk id="2" creationId="{605DCAD8-A9EB-C6BC-7336-7886F7AF3583}"/>
          </ac:spMkLst>
        </pc:spChg>
        <pc:spChg chg="del">
          <ac:chgData name="Guest User" userId="" providerId="Windows Live" clId="Web-{B52E827E-7301-F18A-B19F-17378CF1ACCD}" dt="2025-12-10T04:55:33.102" v="52"/>
          <ac:spMkLst>
            <pc:docMk/>
            <pc:sldMk cId="3599544960" sldId="258"/>
            <ac:spMk id="3" creationId="{2FF4BDC8-5828-708A-22C0-DC065376723A}"/>
          </ac:spMkLst>
        </pc:spChg>
        <pc:spChg chg="add del">
          <ac:chgData name="Guest User" userId="" providerId="Windows Live" clId="Web-{B52E827E-7301-F18A-B19F-17378CF1ACCD}" dt="2025-12-10T04:56:24.227" v="84"/>
          <ac:spMkLst>
            <pc:docMk/>
            <pc:sldMk cId="3599544960" sldId="258"/>
            <ac:spMk id="5" creationId="{D3C006CF-9124-60B7-ACAD-36B225319E68}"/>
          </ac:spMkLst>
        </pc:spChg>
        <pc:spChg chg="add mod">
          <ac:chgData name="Guest User" userId="" providerId="Windows Live" clId="Web-{B52E827E-7301-F18A-B19F-17378CF1ACCD}" dt="2025-12-10T04:56:42.837" v="89" actId="14100"/>
          <ac:spMkLst>
            <pc:docMk/>
            <pc:sldMk cId="3599544960" sldId="258"/>
            <ac:spMk id="6" creationId="{859C02AE-7659-E22C-B0E0-5C6485B10E77}"/>
          </ac:spMkLst>
        </pc:spChg>
        <pc:picChg chg="add mod ord">
          <ac:chgData name="Guest User" userId="" providerId="Windows Live" clId="Web-{B52E827E-7301-F18A-B19F-17378CF1ACCD}" dt="2025-12-10T04:56:10.727" v="82" actId="14100"/>
          <ac:picMkLst>
            <pc:docMk/>
            <pc:sldMk cId="3599544960" sldId="258"/>
            <ac:picMk id="4" creationId="{FEA3857A-9EFF-57BE-AB57-9C70C38D7A27}"/>
          </ac:picMkLst>
        </pc:picChg>
      </pc:sldChg>
    </pc:docChg>
  </pc:docChgLst>
  <pc:docChgLst>
    <pc:chgData name="Guest User" providerId="Windows Live" clId="Web-{C56BCEA5-D215-9BD2-18F9-B366A3DD5531}"/>
    <pc:docChg chg="addSld modSld">
      <pc:chgData name="Guest User" userId="" providerId="Windows Live" clId="Web-{C56BCEA5-D215-9BD2-18F9-B366A3DD5531}" dt="2025-12-10T05:41:33.292" v="193" actId="1076"/>
      <pc:docMkLst>
        <pc:docMk/>
      </pc:docMkLst>
      <pc:sldChg chg="addSp delSp modSp new mod setBg">
        <pc:chgData name="Guest User" userId="" providerId="Windows Live" clId="Web-{C56BCEA5-D215-9BD2-18F9-B366A3DD5531}" dt="2025-12-10T05:25:03.494" v="49" actId="20577"/>
        <pc:sldMkLst>
          <pc:docMk/>
          <pc:sldMk cId="4111094540" sldId="259"/>
        </pc:sldMkLst>
        <pc:spChg chg="mod">
          <ac:chgData name="Guest User" userId="" providerId="Windows Live" clId="Web-{C56BCEA5-D215-9BD2-18F9-B366A3DD5531}" dt="2025-12-10T05:21:16.264" v="5"/>
          <ac:spMkLst>
            <pc:docMk/>
            <pc:sldMk cId="4111094540" sldId="259"/>
            <ac:spMk id="2" creationId="{08D7D07A-8A89-7568-699D-916134E4C76B}"/>
          </ac:spMkLst>
        </pc:spChg>
        <pc:spChg chg="add del mod">
          <ac:chgData name="Guest User" userId="" providerId="Windows Live" clId="Web-{C56BCEA5-D215-9BD2-18F9-B366A3DD5531}" dt="2025-12-10T05:25:03.494" v="49" actId="20577"/>
          <ac:spMkLst>
            <pc:docMk/>
            <pc:sldMk cId="4111094540" sldId="259"/>
            <ac:spMk id="3" creationId="{4AB9FD6A-927E-176B-0D6F-D706FD6F3174}"/>
          </ac:spMkLst>
        </pc:spChg>
        <pc:spChg chg="add del">
          <ac:chgData name="Guest User" userId="" providerId="Windows Live" clId="Web-{C56BCEA5-D215-9BD2-18F9-B366A3DD5531}" dt="2025-12-10T05:21:16.264" v="5"/>
          <ac:spMkLst>
            <pc:docMk/>
            <pc:sldMk cId="4111094540" sldId="259"/>
            <ac:spMk id="8" creationId="{E4E7C167-0BC5-4F72-E190-19C21B25DCAF}"/>
          </ac:spMkLst>
        </pc:spChg>
        <pc:spChg chg="add del">
          <ac:chgData name="Guest User" userId="" providerId="Windows Live" clId="Web-{C56BCEA5-D215-9BD2-18F9-B366A3DD5531}" dt="2025-12-10T05:21:16.264" v="5"/>
          <ac:spMkLst>
            <pc:docMk/>
            <pc:sldMk cId="4111094540" sldId="259"/>
            <ac:spMk id="11" creationId="{84ECDE7A-6944-466D-8FFE-149A29BA6BAE}"/>
          </ac:spMkLst>
        </pc:spChg>
        <pc:spChg chg="add del">
          <ac:chgData name="Guest User" userId="" providerId="Windows Live" clId="Web-{C56BCEA5-D215-9BD2-18F9-B366A3DD5531}" dt="2025-12-10T05:21:16.264" v="5"/>
          <ac:spMkLst>
            <pc:docMk/>
            <pc:sldMk cId="4111094540" sldId="259"/>
            <ac:spMk id="13" creationId="{B3420082-9415-44EC-802E-C77D71D59C57}"/>
          </ac:spMkLst>
        </pc:spChg>
        <pc:spChg chg="add del">
          <ac:chgData name="Guest User" userId="" providerId="Windows Live" clId="Web-{C56BCEA5-D215-9BD2-18F9-B366A3DD5531}" dt="2025-12-10T05:21:16.264" v="5"/>
          <ac:spMkLst>
            <pc:docMk/>
            <pc:sldMk cId="4111094540" sldId="259"/>
            <ac:spMk id="15" creationId="{55A52C45-1FCB-4636-A80F-2849B8226C01}"/>
          </ac:spMkLst>
        </pc:spChg>
        <pc:spChg chg="add del">
          <ac:chgData name="Guest User" userId="" providerId="Windows Live" clId="Web-{C56BCEA5-D215-9BD2-18F9-B366A3DD5531}" dt="2025-12-10T05:21:16.264" v="5"/>
          <ac:spMkLst>
            <pc:docMk/>
            <pc:sldMk cId="4111094540" sldId="259"/>
            <ac:spMk id="17" creationId="{768EB4DD-3704-43AD-92B3-C4E0C6EA92CB}"/>
          </ac:spMkLst>
        </pc:spChg>
        <pc:picChg chg="add del mod ord">
          <ac:chgData name="Guest User" userId="" providerId="Windows Live" clId="Web-{C56BCEA5-D215-9BD2-18F9-B366A3DD5531}" dt="2025-12-10T05:21:17.952" v="6"/>
          <ac:picMkLst>
            <pc:docMk/>
            <pc:sldMk cId="4111094540" sldId="259"/>
            <ac:picMk id="4" creationId="{D5D557F8-6A09-2490-ECF2-E105E92E4E02}"/>
          </ac:picMkLst>
        </pc:picChg>
        <pc:picChg chg="add mod">
          <ac:chgData name="Guest User" userId="" providerId="Windows Live" clId="Web-{C56BCEA5-D215-9BD2-18F9-B366A3DD5531}" dt="2025-12-10T05:21:45.094" v="15" actId="1076"/>
          <ac:picMkLst>
            <pc:docMk/>
            <pc:sldMk cId="4111094540" sldId="259"/>
            <ac:picMk id="5" creationId="{BDD9B3D4-B191-F3F0-8F78-3C0BE349B000}"/>
          </ac:picMkLst>
        </pc:picChg>
      </pc:sldChg>
      <pc:sldChg chg="addSp delSp modSp new">
        <pc:chgData name="Guest User" userId="" providerId="Windows Live" clId="Web-{C56BCEA5-D215-9BD2-18F9-B366A3DD5531}" dt="2025-12-10T05:31:23.283" v="67" actId="20577"/>
        <pc:sldMkLst>
          <pc:docMk/>
          <pc:sldMk cId="1442675310" sldId="260"/>
        </pc:sldMkLst>
        <pc:spChg chg="mod">
          <ac:chgData name="Guest User" userId="" providerId="Windows Live" clId="Web-{C56BCEA5-D215-9BD2-18F9-B366A3DD5531}" dt="2025-12-10T05:22:29.628" v="26" actId="20577"/>
          <ac:spMkLst>
            <pc:docMk/>
            <pc:sldMk cId="1442675310" sldId="260"/>
            <ac:spMk id="2" creationId="{13338350-8CD0-F1DD-C51D-B5B8C22ADD49}"/>
          </ac:spMkLst>
        </pc:spChg>
        <pc:spChg chg="add del mod">
          <ac:chgData name="Guest User" userId="" providerId="Windows Live" clId="Web-{C56BCEA5-D215-9BD2-18F9-B366A3DD5531}" dt="2025-12-10T05:31:23.283" v="67" actId="20577"/>
          <ac:spMkLst>
            <pc:docMk/>
            <pc:sldMk cId="1442675310" sldId="260"/>
            <ac:spMk id="3" creationId="{EDC42BAF-749F-4A47-3BD5-19282CEFA9E0}"/>
          </ac:spMkLst>
        </pc:spChg>
        <pc:picChg chg="add del mod ord">
          <ac:chgData name="Guest User" userId="" providerId="Windows Live" clId="Web-{C56BCEA5-D215-9BD2-18F9-B366A3DD5531}" dt="2025-12-10T05:22:37.644" v="30"/>
          <ac:picMkLst>
            <pc:docMk/>
            <pc:sldMk cId="1442675310" sldId="260"/>
            <ac:picMk id="4" creationId="{08880F85-39B3-3EF6-1598-20AB888986FB}"/>
          </ac:picMkLst>
        </pc:picChg>
        <pc:picChg chg="add mod">
          <ac:chgData name="Guest User" userId="" providerId="Windows Live" clId="Web-{C56BCEA5-D215-9BD2-18F9-B366A3DD5531}" dt="2025-12-10T05:22:57.177" v="38" actId="1076"/>
          <ac:picMkLst>
            <pc:docMk/>
            <pc:sldMk cId="1442675310" sldId="260"/>
            <ac:picMk id="5" creationId="{69484A10-E8A2-F689-F266-71272F66520D}"/>
          </ac:picMkLst>
        </pc:picChg>
      </pc:sldChg>
      <pc:sldChg chg="addSp delSp modSp new">
        <pc:chgData name="Guest User" userId="" providerId="Windows Live" clId="Web-{C56BCEA5-D215-9BD2-18F9-B366A3DD5531}" dt="2025-12-10T05:41:33.292" v="193" actId="1076"/>
        <pc:sldMkLst>
          <pc:docMk/>
          <pc:sldMk cId="1743543748" sldId="261"/>
        </pc:sldMkLst>
        <pc:spChg chg="mod">
          <ac:chgData name="Guest User" userId="" providerId="Windows Live" clId="Web-{C56BCEA5-D215-9BD2-18F9-B366A3DD5531}" dt="2025-12-10T05:33:18.760" v="78" actId="20577"/>
          <ac:spMkLst>
            <pc:docMk/>
            <pc:sldMk cId="1743543748" sldId="261"/>
            <ac:spMk id="2" creationId="{AC119131-9E5E-3DE8-84AE-CF8AE1E8C7DB}"/>
          </ac:spMkLst>
        </pc:spChg>
        <pc:spChg chg="add del mod">
          <ac:chgData name="Guest User" userId="" providerId="Windows Live" clId="Web-{C56BCEA5-D215-9BD2-18F9-B366A3DD5531}" dt="2025-12-10T05:36:19.417" v="162" actId="20577"/>
          <ac:spMkLst>
            <pc:docMk/>
            <pc:sldMk cId="1743543748" sldId="261"/>
            <ac:spMk id="3" creationId="{4D3E5DCC-0809-E352-4156-C22A8E25FDB2}"/>
          </ac:spMkLst>
        </pc:spChg>
        <pc:grpChg chg="add mod">
          <ac:chgData name="Guest User" userId="" providerId="Windows Live" clId="Web-{C56BCEA5-D215-9BD2-18F9-B366A3DD5531}" dt="2025-12-10T05:41:33.292" v="193" actId="1076"/>
          <ac:grpSpMkLst>
            <pc:docMk/>
            <pc:sldMk cId="1743543748" sldId="261"/>
            <ac:grpSpMk id="8" creationId="{BF49DFAA-B9A0-63FD-049C-280A230A7F2E}"/>
          </ac:grpSpMkLst>
        </pc:grpChg>
        <pc:picChg chg="add del mod ord">
          <ac:chgData name="Guest User" userId="" providerId="Windows Live" clId="Web-{C56BCEA5-D215-9BD2-18F9-B366A3DD5531}" dt="2025-12-10T05:32:53.363" v="70"/>
          <ac:picMkLst>
            <pc:docMk/>
            <pc:sldMk cId="1743543748" sldId="261"/>
            <ac:picMk id="4" creationId="{5D45855C-BDE0-44C0-0B02-CAC52FF7EBE1}"/>
          </ac:picMkLst>
        </pc:picChg>
        <pc:picChg chg="add mod">
          <ac:chgData name="Guest User" userId="" providerId="Windows Live" clId="Web-{C56BCEA5-D215-9BD2-18F9-B366A3DD5531}" dt="2025-12-10T05:40:59.291" v="186"/>
          <ac:picMkLst>
            <pc:docMk/>
            <pc:sldMk cId="1743543748" sldId="261"/>
            <ac:picMk id="5" creationId="{A7624083-1029-C829-080E-8C4D9D307173}"/>
          </ac:picMkLst>
        </pc:picChg>
        <pc:picChg chg="add mod ord">
          <ac:chgData name="Guest User" userId="" providerId="Windows Live" clId="Web-{C56BCEA5-D215-9BD2-18F9-B366A3DD5531}" dt="2025-12-10T05:40:59.291" v="186"/>
          <ac:picMkLst>
            <pc:docMk/>
            <pc:sldMk cId="1743543748" sldId="261"/>
            <ac:picMk id="6" creationId="{F40D468A-35F3-11AA-35F5-4B098544209F}"/>
          </ac:picMkLst>
        </pc:picChg>
        <pc:picChg chg="add mod ord">
          <ac:chgData name="Guest User" userId="" providerId="Windows Live" clId="Web-{C56BCEA5-D215-9BD2-18F9-B366A3DD5531}" dt="2025-12-10T05:40:59.291" v="186"/>
          <ac:picMkLst>
            <pc:docMk/>
            <pc:sldMk cId="1743543748" sldId="261"/>
            <ac:picMk id="7" creationId="{3C136BDD-7D9D-1253-68FD-D4F747F3AA6F}"/>
          </ac:picMkLst>
        </pc:picChg>
      </pc:sldChg>
    </pc:docChg>
  </pc:docChgLst>
  <pc:docChgLst>
    <pc:chgData name="Guest User" providerId="Windows Live" clId="Web-{916C900E-9CE9-D432-6AD5-EDBFA39FD9F1}"/>
    <pc:docChg chg="modSld">
      <pc:chgData name="Guest User" userId="" providerId="Windows Live" clId="Web-{916C900E-9CE9-D432-6AD5-EDBFA39FD9F1}" dt="2025-12-10T18:40:47.444" v="288" actId="20577"/>
      <pc:docMkLst>
        <pc:docMk/>
      </pc:docMkLst>
      <pc:sldChg chg="modSp">
        <pc:chgData name="Guest User" userId="" providerId="Windows Live" clId="Web-{916C900E-9CE9-D432-6AD5-EDBFA39FD9F1}" dt="2025-12-10T18:26:49.364" v="20" actId="20577"/>
        <pc:sldMkLst>
          <pc:docMk/>
          <pc:sldMk cId="3868757941" sldId="256"/>
        </pc:sldMkLst>
        <pc:spChg chg="mod">
          <ac:chgData name="Guest User" userId="" providerId="Windows Live" clId="Web-{916C900E-9CE9-D432-6AD5-EDBFA39FD9F1}" dt="2025-12-10T18:26:49.364" v="20" actId="20577"/>
          <ac:spMkLst>
            <pc:docMk/>
            <pc:sldMk cId="3868757941" sldId="256"/>
            <ac:spMk id="2" creationId="{65DDA2C5-A44B-4262-0151-C7606A5CD583}"/>
          </ac:spMkLst>
        </pc:spChg>
      </pc:sldChg>
      <pc:sldChg chg="addSp modSp">
        <pc:chgData name="Guest User" userId="" providerId="Windows Live" clId="Web-{916C900E-9CE9-D432-6AD5-EDBFA39FD9F1}" dt="2025-12-10T18:38:47.225" v="256" actId="20577"/>
        <pc:sldMkLst>
          <pc:docMk/>
          <pc:sldMk cId="2131399167" sldId="257"/>
        </pc:sldMkLst>
        <pc:spChg chg="add mod">
          <ac:chgData name="Guest User" userId="" providerId="Windows Live" clId="Web-{916C900E-9CE9-D432-6AD5-EDBFA39FD9F1}" dt="2025-12-10T18:38:47.225" v="256" actId="20577"/>
          <ac:spMkLst>
            <pc:docMk/>
            <pc:sldMk cId="2131399167" sldId="257"/>
            <ac:spMk id="5" creationId="{464533E7-AAC6-467A-C8C6-BE42BC080A32}"/>
          </ac:spMkLst>
        </pc:spChg>
      </pc:sldChg>
      <pc:sldChg chg="addSp modSp">
        <pc:chgData name="Guest User" userId="" providerId="Windows Live" clId="Web-{916C900E-9CE9-D432-6AD5-EDBFA39FD9F1}" dt="2025-12-10T18:38:52.350" v="258" actId="20577"/>
        <pc:sldMkLst>
          <pc:docMk/>
          <pc:sldMk cId="3599544960" sldId="258"/>
        </pc:sldMkLst>
        <pc:spChg chg="add mod">
          <ac:chgData name="Guest User" userId="" providerId="Windows Live" clId="Web-{916C900E-9CE9-D432-6AD5-EDBFA39FD9F1}" dt="2025-12-10T18:38:52.350" v="258" actId="20577"/>
          <ac:spMkLst>
            <pc:docMk/>
            <pc:sldMk cId="3599544960" sldId="258"/>
            <ac:spMk id="5" creationId="{5C79DDAE-1E71-3308-E51C-EDA13F61DB16}"/>
          </ac:spMkLst>
        </pc:spChg>
      </pc:sldChg>
      <pc:sldChg chg="addSp modSp">
        <pc:chgData name="Guest User" userId="" providerId="Windows Live" clId="Web-{916C900E-9CE9-D432-6AD5-EDBFA39FD9F1}" dt="2025-12-10T18:39:00.928" v="260" actId="20577"/>
        <pc:sldMkLst>
          <pc:docMk/>
          <pc:sldMk cId="4111094540" sldId="259"/>
        </pc:sldMkLst>
        <pc:spChg chg="add mod">
          <ac:chgData name="Guest User" userId="" providerId="Windows Live" clId="Web-{916C900E-9CE9-D432-6AD5-EDBFA39FD9F1}" dt="2025-12-10T18:39:00.928" v="260" actId="20577"/>
          <ac:spMkLst>
            <pc:docMk/>
            <pc:sldMk cId="4111094540" sldId="259"/>
            <ac:spMk id="6" creationId="{1E95792D-4B32-B79D-153A-83FE726E5804}"/>
          </ac:spMkLst>
        </pc:spChg>
      </pc:sldChg>
      <pc:sldChg chg="addSp modSp">
        <pc:chgData name="Guest User" userId="" providerId="Windows Live" clId="Web-{916C900E-9CE9-D432-6AD5-EDBFA39FD9F1}" dt="2025-12-10T18:39:07.881" v="262" actId="20577"/>
        <pc:sldMkLst>
          <pc:docMk/>
          <pc:sldMk cId="1442675310" sldId="260"/>
        </pc:sldMkLst>
        <pc:spChg chg="add mod">
          <ac:chgData name="Guest User" userId="" providerId="Windows Live" clId="Web-{916C900E-9CE9-D432-6AD5-EDBFA39FD9F1}" dt="2025-12-10T18:39:07.881" v="262" actId="20577"/>
          <ac:spMkLst>
            <pc:docMk/>
            <pc:sldMk cId="1442675310" sldId="260"/>
            <ac:spMk id="6" creationId="{C0D7955B-BAA2-8F00-59BB-69B0696CEA78}"/>
          </ac:spMkLst>
        </pc:spChg>
      </pc:sldChg>
      <pc:sldChg chg="addSp modSp">
        <pc:chgData name="Guest User" userId="" providerId="Windows Live" clId="Web-{916C900E-9CE9-D432-6AD5-EDBFA39FD9F1}" dt="2025-12-10T18:39:12.663" v="264" actId="20577"/>
        <pc:sldMkLst>
          <pc:docMk/>
          <pc:sldMk cId="1743543748" sldId="261"/>
        </pc:sldMkLst>
        <pc:spChg chg="add mod">
          <ac:chgData name="Guest User" userId="" providerId="Windows Live" clId="Web-{916C900E-9CE9-D432-6AD5-EDBFA39FD9F1}" dt="2025-12-10T18:39:12.663" v="264" actId="20577"/>
          <ac:spMkLst>
            <pc:docMk/>
            <pc:sldMk cId="1743543748" sldId="261"/>
            <ac:spMk id="9" creationId="{6A0916D5-EA18-3573-9D3C-0D5BF9A76C35}"/>
          </ac:spMkLst>
        </pc:spChg>
      </pc:sldChg>
      <pc:sldChg chg="addSp modSp">
        <pc:chgData name="Guest User" userId="" providerId="Windows Live" clId="Web-{916C900E-9CE9-D432-6AD5-EDBFA39FD9F1}" dt="2025-12-10T18:37:47.647" v="235" actId="20577"/>
        <pc:sldMkLst>
          <pc:docMk/>
          <pc:sldMk cId="1789721342" sldId="262"/>
        </pc:sldMkLst>
        <pc:spChg chg="mod">
          <ac:chgData name="Guest User" userId="" providerId="Windows Live" clId="Web-{916C900E-9CE9-D432-6AD5-EDBFA39FD9F1}" dt="2025-12-10T18:37:32.818" v="231" actId="20577"/>
          <ac:spMkLst>
            <pc:docMk/>
            <pc:sldMk cId="1789721342" sldId="262"/>
            <ac:spMk id="2" creationId="{A38D4CC1-D8CD-F509-BFA3-2DD7344C805F}"/>
          </ac:spMkLst>
        </pc:spChg>
        <pc:spChg chg="add mod">
          <ac:chgData name="Guest User" userId="" providerId="Windows Live" clId="Web-{916C900E-9CE9-D432-6AD5-EDBFA39FD9F1}" dt="2025-12-10T18:37:47.647" v="235" actId="20577"/>
          <ac:spMkLst>
            <pc:docMk/>
            <pc:sldMk cId="1789721342" sldId="262"/>
            <ac:spMk id="5" creationId="{4C7D0FBF-C798-7760-F1FC-BEF3A335EB60}"/>
          </ac:spMkLst>
        </pc:spChg>
      </pc:sldChg>
      <pc:sldChg chg="addSp modSp">
        <pc:chgData name="Guest User" userId="" providerId="Windows Live" clId="Web-{916C900E-9CE9-D432-6AD5-EDBFA39FD9F1}" dt="2025-12-10T18:40:47.444" v="288" actId="20577"/>
        <pc:sldMkLst>
          <pc:docMk/>
          <pc:sldMk cId="960916414" sldId="263"/>
        </pc:sldMkLst>
        <pc:spChg chg="mod">
          <ac:chgData name="Guest User" userId="" providerId="Windows Live" clId="Web-{916C900E-9CE9-D432-6AD5-EDBFA39FD9F1}" dt="2025-12-10T18:40:47.444" v="288" actId="20577"/>
          <ac:spMkLst>
            <pc:docMk/>
            <pc:sldMk cId="960916414" sldId="263"/>
            <ac:spMk id="2" creationId="{A636DAA7-EC09-6A6B-ED98-255DCA27D570}"/>
          </ac:spMkLst>
        </pc:spChg>
        <pc:spChg chg="mod">
          <ac:chgData name="Guest User" userId="" providerId="Windows Live" clId="Web-{916C900E-9CE9-D432-6AD5-EDBFA39FD9F1}" dt="2025-12-10T18:29:14.287" v="174" actId="20577"/>
          <ac:spMkLst>
            <pc:docMk/>
            <pc:sldMk cId="960916414" sldId="263"/>
            <ac:spMk id="3" creationId="{7C3B54F7-7B48-0876-CA70-70C1DB35CE38}"/>
          </ac:spMkLst>
        </pc:spChg>
        <pc:spChg chg="add mod">
          <ac:chgData name="Guest User" userId="" providerId="Windows Live" clId="Web-{916C900E-9CE9-D432-6AD5-EDBFA39FD9F1}" dt="2025-12-10T18:38:03.162" v="239" actId="20577"/>
          <ac:spMkLst>
            <pc:docMk/>
            <pc:sldMk cId="960916414" sldId="263"/>
            <ac:spMk id="5" creationId="{6D4C2EB7-6A84-D1FE-DA6E-384A5F41AEAB}"/>
          </ac:spMkLst>
        </pc:spChg>
      </pc:sldChg>
      <pc:sldChg chg="addSp modSp">
        <pc:chgData name="Guest User" userId="" providerId="Windows Live" clId="Web-{916C900E-9CE9-D432-6AD5-EDBFA39FD9F1}" dt="2025-12-10T18:38:08.147" v="241" actId="20577"/>
        <pc:sldMkLst>
          <pc:docMk/>
          <pc:sldMk cId="421037210" sldId="264"/>
        </pc:sldMkLst>
        <pc:spChg chg="add mod">
          <ac:chgData name="Guest User" userId="" providerId="Windows Live" clId="Web-{916C900E-9CE9-D432-6AD5-EDBFA39FD9F1}" dt="2025-12-10T18:38:08.147" v="241" actId="20577"/>
          <ac:spMkLst>
            <pc:docMk/>
            <pc:sldMk cId="421037210" sldId="264"/>
            <ac:spMk id="6" creationId="{23E93F36-47AB-3B1C-B187-FECE5E6260DE}"/>
          </ac:spMkLst>
        </pc:spChg>
      </pc:sldChg>
      <pc:sldChg chg="addSp modSp">
        <pc:chgData name="Guest User" userId="" providerId="Windows Live" clId="Web-{916C900E-9CE9-D432-6AD5-EDBFA39FD9F1}" dt="2025-12-10T18:39:37.585" v="274" actId="20577"/>
        <pc:sldMkLst>
          <pc:docMk/>
          <pc:sldMk cId="3578326500" sldId="265"/>
        </pc:sldMkLst>
        <pc:spChg chg="mod">
          <ac:chgData name="Guest User" userId="" providerId="Windows Live" clId="Web-{916C900E-9CE9-D432-6AD5-EDBFA39FD9F1}" dt="2025-12-10T18:34:54.006" v="224" actId="20577"/>
          <ac:spMkLst>
            <pc:docMk/>
            <pc:sldMk cId="3578326500" sldId="265"/>
            <ac:spMk id="3" creationId="{4BEB9D6E-639B-BA3B-8734-4DB738B0A1CE}"/>
          </ac:spMkLst>
        </pc:spChg>
        <pc:spChg chg="add mod">
          <ac:chgData name="Guest User" userId="" providerId="Windows Live" clId="Web-{916C900E-9CE9-D432-6AD5-EDBFA39FD9F1}" dt="2025-12-10T18:39:37.585" v="274" actId="20577"/>
          <ac:spMkLst>
            <pc:docMk/>
            <pc:sldMk cId="3578326500" sldId="265"/>
            <ac:spMk id="5" creationId="{49762CE3-61B1-BA08-B916-6D18DF338827}"/>
          </ac:spMkLst>
        </pc:spChg>
      </pc:sldChg>
      <pc:sldChg chg="addSp modSp">
        <pc:chgData name="Guest User" userId="" providerId="Windows Live" clId="Web-{916C900E-9CE9-D432-6AD5-EDBFA39FD9F1}" dt="2025-12-10T18:40:40.163" v="287" actId="20577"/>
        <pc:sldMkLst>
          <pc:docMk/>
          <pc:sldMk cId="4194092122" sldId="266"/>
        </pc:sldMkLst>
        <pc:spChg chg="mod">
          <ac:chgData name="Guest User" userId="" providerId="Windows Live" clId="Web-{916C900E-9CE9-D432-6AD5-EDBFA39FD9F1}" dt="2025-12-10T18:40:40.163" v="287" actId="20577"/>
          <ac:spMkLst>
            <pc:docMk/>
            <pc:sldMk cId="4194092122" sldId="266"/>
            <ac:spMk id="3" creationId="{B53C2A49-D07B-C215-B8E8-C882988BDCA9}"/>
          </ac:spMkLst>
        </pc:spChg>
        <pc:spChg chg="add mod">
          <ac:chgData name="Guest User" userId="" providerId="Windows Live" clId="Web-{916C900E-9CE9-D432-6AD5-EDBFA39FD9F1}" dt="2025-12-10T18:38:18.334" v="244" actId="20577"/>
          <ac:spMkLst>
            <pc:docMk/>
            <pc:sldMk cId="4194092122" sldId="266"/>
            <ac:spMk id="6" creationId="{C16B05C6-41C8-50BB-6C1B-86FFDB75FD54}"/>
          </ac:spMkLst>
        </pc:spChg>
      </pc:sldChg>
      <pc:sldChg chg="addSp modSp">
        <pc:chgData name="Guest User" userId="" providerId="Windows Live" clId="Web-{916C900E-9CE9-D432-6AD5-EDBFA39FD9F1}" dt="2025-12-10T18:38:22.631" v="246" actId="20577"/>
        <pc:sldMkLst>
          <pc:docMk/>
          <pc:sldMk cId="2066032348" sldId="267"/>
        </pc:sldMkLst>
        <pc:spChg chg="add mod">
          <ac:chgData name="Guest User" userId="" providerId="Windows Live" clId="Web-{916C900E-9CE9-D432-6AD5-EDBFA39FD9F1}" dt="2025-12-10T18:38:22.631" v="246" actId="20577"/>
          <ac:spMkLst>
            <pc:docMk/>
            <pc:sldMk cId="2066032348" sldId="267"/>
            <ac:spMk id="6" creationId="{7C67024E-BDF4-3277-3EA6-457A78E90D4A}"/>
          </ac:spMkLst>
        </pc:spChg>
      </pc:sldChg>
      <pc:sldChg chg="addSp modSp">
        <pc:chgData name="Guest User" userId="" providerId="Windows Live" clId="Web-{916C900E-9CE9-D432-6AD5-EDBFA39FD9F1}" dt="2025-12-10T18:39:17.600" v="266" actId="20577"/>
        <pc:sldMkLst>
          <pc:docMk/>
          <pc:sldMk cId="3741273085" sldId="268"/>
        </pc:sldMkLst>
        <pc:spChg chg="add mod">
          <ac:chgData name="Guest User" userId="" providerId="Windows Live" clId="Web-{916C900E-9CE9-D432-6AD5-EDBFA39FD9F1}" dt="2025-12-10T18:39:17.600" v="266" actId="20577"/>
          <ac:spMkLst>
            <pc:docMk/>
            <pc:sldMk cId="3741273085" sldId="268"/>
            <ac:spMk id="6" creationId="{DEF2BB9E-6477-978E-890E-7A8D9A2CB99B}"/>
          </ac:spMkLst>
        </pc:spChg>
      </pc:sldChg>
      <pc:sldChg chg="addSp modSp">
        <pc:chgData name="Guest User" userId="" providerId="Windows Live" clId="Web-{916C900E-9CE9-D432-6AD5-EDBFA39FD9F1}" dt="2025-12-10T18:38:28.381" v="248" actId="20577"/>
        <pc:sldMkLst>
          <pc:docMk/>
          <pc:sldMk cId="1795712290" sldId="269"/>
        </pc:sldMkLst>
        <pc:spChg chg="add mod">
          <ac:chgData name="Guest User" userId="" providerId="Windows Live" clId="Web-{916C900E-9CE9-D432-6AD5-EDBFA39FD9F1}" dt="2025-12-10T18:38:28.381" v="248" actId="20577"/>
          <ac:spMkLst>
            <pc:docMk/>
            <pc:sldMk cId="1795712290" sldId="269"/>
            <ac:spMk id="6" creationId="{32A839DA-A2C6-F4D2-C8CB-1B442F8AE45A}"/>
          </ac:spMkLst>
        </pc:spChg>
      </pc:sldChg>
      <pc:sldChg chg="addSp modSp">
        <pc:chgData name="Guest User" userId="" providerId="Windows Live" clId="Web-{916C900E-9CE9-D432-6AD5-EDBFA39FD9F1}" dt="2025-12-10T18:39:22.491" v="268" actId="20577"/>
        <pc:sldMkLst>
          <pc:docMk/>
          <pc:sldMk cId="1217533719" sldId="270"/>
        </pc:sldMkLst>
        <pc:spChg chg="add mod">
          <ac:chgData name="Guest User" userId="" providerId="Windows Live" clId="Web-{916C900E-9CE9-D432-6AD5-EDBFA39FD9F1}" dt="2025-12-10T18:39:22.491" v="268" actId="20577"/>
          <ac:spMkLst>
            <pc:docMk/>
            <pc:sldMk cId="1217533719" sldId="270"/>
            <ac:spMk id="6" creationId="{F9E57652-C716-65BD-A836-E2851980ADDE}"/>
          </ac:spMkLst>
        </pc:spChg>
      </pc:sldChg>
      <pc:sldChg chg="addSp modSp">
        <pc:chgData name="Guest User" userId="" providerId="Windows Live" clId="Web-{916C900E-9CE9-D432-6AD5-EDBFA39FD9F1}" dt="2025-12-10T18:38:34.647" v="251" actId="20577"/>
        <pc:sldMkLst>
          <pc:docMk/>
          <pc:sldMk cId="1024223743" sldId="271"/>
        </pc:sldMkLst>
        <pc:spChg chg="add mod">
          <ac:chgData name="Guest User" userId="" providerId="Windows Live" clId="Web-{916C900E-9CE9-D432-6AD5-EDBFA39FD9F1}" dt="2025-12-10T18:38:34.647" v="251" actId="20577"/>
          <ac:spMkLst>
            <pc:docMk/>
            <pc:sldMk cId="1024223743" sldId="271"/>
            <ac:spMk id="7" creationId="{2880C243-54E3-99FE-C6A0-A8C14C19A5C1}"/>
          </ac:spMkLst>
        </pc:spChg>
      </pc:sldChg>
      <pc:sldChg chg="addSp modSp">
        <pc:chgData name="Guest User" userId="" providerId="Windows Live" clId="Web-{916C900E-9CE9-D432-6AD5-EDBFA39FD9F1}" dt="2025-12-10T18:39:28.116" v="270" actId="20577"/>
        <pc:sldMkLst>
          <pc:docMk/>
          <pc:sldMk cId="2698629414" sldId="272"/>
        </pc:sldMkLst>
        <pc:spChg chg="mod">
          <ac:chgData name="Guest User" userId="" providerId="Windows Live" clId="Web-{916C900E-9CE9-D432-6AD5-EDBFA39FD9F1}" dt="2025-12-10T18:32:07.615" v="223" actId="20577"/>
          <ac:spMkLst>
            <pc:docMk/>
            <pc:sldMk cId="2698629414" sldId="272"/>
            <ac:spMk id="2" creationId="{1F954A77-DC4D-4CB7-0092-335E60A368C2}"/>
          </ac:spMkLst>
        </pc:spChg>
        <pc:spChg chg="add mod">
          <ac:chgData name="Guest User" userId="" providerId="Windows Live" clId="Web-{916C900E-9CE9-D432-6AD5-EDBFA39FD9F1}" dt="2025-12-10T18:39:28.116" v="270" actId="20577"/>
          <ac:spMkLst>
            <pc:docMk/>
            <pc:sldMk cId="2698629414" sldId="272"/>
            <ac:spMk id="6" creationId="{D0DE8135-D990-79FC-3E3B-3410EC4814B1}"/>
          </ac:spMkLst>
        </pc:spChg>
      </pc:sldChg>
      <pc:sldChg chg="addSp modSp">
        <pc:chgData name="Guest User" userId="" providerId="Windows Live" clId="Web-{916C900E-9CE9-D432-6AD5-EDBFA39FD9F1}" dt="2025-12-10T18:39:33.303" v="272" actId="20577"/>
        <pc:sldMkLst>
          <pc:docMk/>
          <pc:sldMk cId="2648118986" sldId="273"/>
        </pc:sldMkLst>
        <pc:spChg chg="add mod">
          <ac:chgData name="Guest User" userId="" providerId="Windows Live" clId="Web-{916C900E-9CE9-D432-6AD5-EDBFA39FD9F1}" dt="2025-12-10T18:39:33.303" v="272" actId="20577"/>
          <ac:spMkLst>
            <pc:docMk/>
            <pc:sldMk cId="2648118986" sldId="273"/>
            <ac:spMk id="6" creationId="{24EFF424-1274-FD76-A6C7-A812423B4460}"/>
          </ac:spMkLst>
        </pc:spChg>
      </pc:sldChg>
      <pc:sldChg chg="addSp modSp">
        <pc:chgData name="Guest User" userId="" providerId="Windows Live" clId="Web-{916C900E-9CE9-D432-6AD5-EDBFA39FD9F1}" dt="2025-12-10T18:38:43.303" v="254" actId="20577"/>
        <pc:sldMkLst>
          <pc:docMk/>
          <pc:sldMk cId="210184677" sldId="274"/>
        </pc:sldMkLst>
        <pc:spChg chg="add mod">
          <ac:chgData name="Guest User" userId="" providerId="Windows Live" clId="Web-{916C900E-9CE9-D432-6AD5-EDBFA39FD9F1}" dt="2025-12-10T18:38:43.303" v="254" actId="20577"/>
          <ac:spMkLst>
            <pc:docMk/>
            <pc:sldMk cId="210184677" sldId="274"/>
            <ac:spMk id="6" creationId="{5D180343-2039-B36E-1421-BD36A771A60C}"/>
          </ac:spMkLst>
        </pc:spChg>
      </pc:sldChg>
    </pc:docChg>
  </pc:docChgLst>
  <pc:docChgLst>
    <pc:chgData name="Guest User" providerId="Windows Live" clId="Web-{5EB630DE-B3DB-06B6-FD3C-2FA1242D03B0}"/>
    <pc:docChg chg="modSld">
      <pc:chgData name="Guest User" userId="" providerId="Windows Live" clId="Web-{5EB630DE-B3DB-06B6-FD3C-2FA1242D03B0}" dt="2025-12-10T18:06:07.016" v="4" actId="1076"/>
      <pc:docMkLst>
        <pc:docMk/>
      </pc:docMkLst>
      <pc:sldChg chg="addSp delSp modSp">
        <pc:chgData name="Guest User" userId="" providerId="Windows Live" clId="Web-{5EB630DE-B3DB-06B6-FD3C-2FA1242D03B0}" dt="2025-12-10T18:06:07.016" v="4" actId="1076"/>
        <pc:sldMkLst>
          <pc:docMk/>
          <pc:sldMk cId="1217533719" sldId="270"/>
        </pc:sldMkLst>
        <pc:picChg chg="del">
          <ac:chgData name="Guest User" userId="" providerId="Windows Live" clId="Web-{5EB630DE-B3DB-06B6-FD3C-2FA1242D03B0}" dt="2025-12-10T18:05:58.579" v="1"/>
          <ac:picMkLst>
            <pc:docMk/>
            <pc:sldMk cId="1217533719" sldId="270"/>
            <ac:picMk id="4" creationId="{43A1AE4A-5DC1-E964-395A-C8DC599E3889}"/>
          </ac:picMkLst>
        </pc:picChg>
        <pc:picChg chg="add mod">
          <ac:chgData name="Guest User" userId="" providerId="Windows Live" clId="Web-{5EB630DE-B3DB-06B6-FD3C-2FA1242D03B0}" dt="2025-12-10T18:06:07.016" v="4" actId="1076"/>
          <ac:picMkLst>
            <pc:docMk/>
            <pc:sldMk cId="1217533719" sldId="270"/>
            <ac:picMk id="5" creationId="{EB9E60DE-7DDE-A0FE-AD88-2861E137EDE3}"/>
          </ac:picMkLst>
        </pc:picChg>
      </pc:sldChg>
    </pc:docChg>
  </pc:docChgLst>
  <pc:docChgLst>
    <pc:chgData name="Guest User" providerId="Windows Live" clId="Web-{F5197ECD-FBBA-CB96-F6F9-0F482BD3B833}"/>
    <pc:docChg chg="addSld modSld">
      <pc:chgData name="Guest User" userId="" providerId="Windows Live" clId="Web-{F5197ECD-FBBA-CB96-F6F9-0F482BD3B833}" dt="2025-12-10T06:38:34.189" v="81"/>
      <pc:docMkLst>
        <pc:docMk/>
      </pc:docMkLst>
      <pc:sldChg chg="modSp">
        <pc:chgData name="Guest User" userId="" providerId="Windows Live" clId="Web-{F5197ECD-FBBA-CB96-F6F9-0F482BD3B833}" dt="2025-12-10T06:11:03.470" v="14" actId="20577"/>
        <pc:sldMkLst>
          <pc:docMk/>
          <pc:sldMk cId="3868757941" sldId="256"/>
        </pc:sldMkLst>
        <pc:spChg chg="mod">
          <ac:chgData name="Guest User" userId="" providerId="Windows Live" clId="Web-{F5197ECD-FBBA-CB96-F6F9-0F482BD3B833}" dt="2025-12-10T06:11:03.470" v="14" actId="20577"/>
          <ac:spMkLst>
            <pc:docMk/>
            <pc:sldMk cId="3868757941" sldId="256"/>
            <ac:spMk id="3" creationId="{459BAF9C-F745-0B7D-D8CF-C0605FCCDEB2}"/>
          </ac:spMkLst>
        </pc:spChg>
      </pc:sldChg>
      <pc:sldChg chg="addSp delSp modSp new mod setBg">
        <pc:chgData name="Guest User" userId="" providerId="Windows Live" clId="Web-{F5197ECD-FBBA-CB96-F6F9-0F482BD3B833}" dt="2025-12-10T06:24:48.051" v="44" actId="1076"/>
        <pc:sldMkLst>
          <pc:docMk/>
          <pc:sldMk cId="3741273085" sldId="268"/>
        </pc:sldMkLst>
        <pc:spChg chg="mod">
          <ac:chgData name="Guest User" userId="" providerId="Windows Live" clId="Web-{F5197ECD-FBBA-CB96-F6F9-0F482BD3B833}" dt="2025-12-10T06:24:34.989" v="39"/>
          <ac:spMkLst>
            <pc:docMk/>
            <pc:sldMk cId="3741273085" sldId="268"/>
            <ac:spMk id="2" creationId="{50E890F0-909D-24E1-8D9D-8D8592B48F77}"/>
          </ac:spMkLst>
        </pc:spChg>
        <pc:spChg chg="add del mod">
          <ac:chgData name="Guest User" userId="" providerId="Windows Live" clId="Web-{F5197ECD-FBBA-CB96-F6F9-0F482BD3B833}" dt="2025-12-10T06:24:34.989" v="39"/>
          <ac:spMkLst>
            <pc:docMk/>
            <pc:sldMk cId="3741273085" sldId="268"/>
            <ac:spMk id="3" creationId="{9800B284-BD2D-5C7E-07F7-A2498BDCB9FF}"/>
          </ac:spMkLst>
        </pc:spChg>
        <pc:spChg chg="add">
          <ac:chgData name="Guest User" userId="" providerId="Windows Live" clId="Web-{F5197ECD-FBBA-CB96-F6F9-0F482BD3B833}" dt="2025-12-10T06:24:34.989" v="39"/>
          <ac:spMkLst>
            <pc:docMk/>
            <pc:sldMk cId="3741273085" sldId="268"/>
            <ac:spMk id="10" creationId="{743AA782-23D1-4521-8CAD-47662984AA08}"/>
          </ac:spMkLst>
        </pc:spChg>
        <pc:spChg chg="add">
          <ac:chgData name="Guest User" userId="" providerId="Windows Live" clId="Web-{F5197ECD-FBBA-CB96-F6F9-0F482BD3B833}" dt="2025-12-10T06:24:34.989" v="39"/>
          <ac:spMkLst>
            <pc:docMk/>
            <pc:sldMk cId="3741273085" sldId="268"/>
            <ac:spMk id="12" creationId="{71877DBC-BB60-40F0-AC93-2ACDBAAE60CE}"/>
          </ac:spMkLst>
        </pc:spChg>
        <pc:picChg chg="add del mod ord">
          <ac:chgData name="Guest User" userId="" providerId="Windows Live" clId="Web-{F5197ECD-FBBA-CB96-F6F9-0F482BD3B833}" dt="2025-12-10T06:22:38.176" v="23"/>
          <ac:picMkLst>
            <pc:docMk/>
            <pc:sldMk cId="3741273085" sldId="268"/>
            <ac:picMk id="4" creationId="{F3A82E0E-73D1-3AE1-1663-B344331E5698}"/>
          </ac:picMkLst>
        </pc:picChg>
        <pc:picChg chg="add mod">
          <ac:chgData name="Guest User" userId="" providerId="Windows Live" clId="Web-{F5197ECD-FBBA-CB96-F6F9-0F482BD3B833}" dt="2025-12-10T06:24:48.051" v="44" actId="1076"/>
          <ac:picMkLst>
            <pc:docMk/>
            <pc:sldMk cId="3741273085" sldId="268"/>
            <ac:picMk id="5" creationId="{4BEE0F8E-4A55-2B77-C406-A7100E01160E}"/>
          </ac:picMkLst>
        </pc:picChg>
      </pc:sldChg>
      <pc:sldChg chg="addSp modSp new mod setBg">
        <pc:chgData name="Guest User" userId="" providerId="Windows Live" clId="Web-{F5197ECD-FBBA-CB96-F6F9-0F482BD3B833}" dt="2025-12-10T06:29:24.196" v="51"/>
        <pc:sldMkLst>
          <pc:docMk/>
          <pc:sldMk cId="1217533719" sldId="270"/>
        </pc:sldMkLst>
        <pc:spChg chg="mod">
          <ac:chgData name="Guest User" userId="" providerId="Windows Live" clId="Web-{F5197ECD-FBBA-CB96-F6F9-0F482BD3B833}" dt="2025-12-10T06:29:24.196" v="51"/>
          <ac:spMkLst>
            <pc:docMk/>
            <pc:sldMk cId="1217533719" sldId="270"/>
            <ac:spMk id="2" creationId="{4F0C546D-F8C4-BA17-4D57-92F6B4CAF17E}"/>
          </ac:spMkLst>
        </pc:spChg>
        <pc:spChg chg="mod">
          <ac:chgData name="Guest User" userId="" providerId="Windows Live" clId="Web-{F5197ECD-FBBA-CB96-F6F9-0F482BD3B833}" dt="2025-12-10T06:29:24.196" v="51"/>
          <ac:spMkLst>
            <pc:docMk/>
            <pc:sldMk cId="1217533719" sldId="270"/>
            <ac:spMk id="3" creationId="{376B3A58-CE03-130B-C0C9-19803DBC2D2F}"/>
          </ac:spMkLst>
        </pc:spChg>
        <pc:spChg chg="add">
          <ac:chgData name="Guest User" userId="" providerId="Windows Live" clId="Web-{F5197ECD-FBBA-CB96-F6F9-0F482BD3B833}" dt="2025-12-10T06:29:24.196" v="51"/>
          <ac:spMkLst>
            <pc:docMk/>
            <pc:sldMk cId="1217533719" sldId="270"/>
            <ac:spMk id="9" creationId="{45D37F4E-DDB4-456B-97E0-9937730A039F}"/>
          </ac:spMkLst>
        </pc:spChg>
        <pc:spChg chg="add">
          <ac:chgData name="Guest User" userId="" providerId="Windows Live" clId="Web-{F5197ECD-FBBA-CB96-F6F9-0F482BD3B833}" dt="2025-12-10T06:29:24.196" v="51"/>
          <ac:spMkLst>
            <pc:docMk/>
            <pc:sldMk cId="1217533719" sldId="270"/>
            <ac:spMk id="11" creationId="{B2DD41CD-8F47-4F56-AD12-4E2FF7696987}"/>
          </ac:spMkLst>
        </pc:spChg>
        <pc:picChg chg="add mod">
          <ac:chgData name="Guest User" userId="" providerId="Windows Live" clId="Web-{F5197ECD-FBBA-CB96-F6F9-0F482BD3B833}" dt="2025-12-10T06:29:24.196" v="51"/>
          <ac:picMkLst>
            <pc:docMk/>
            <pc:sldMk cId="1217533719" sldId="270"/>
            <ac:picMk id="4" creationId="{43A1AE4A-5DC1-E964-395A-C8DC599E3889}"/>
          </ac:picMkLst>
        </pc:picChg>
      </pc:sldChg>
      <pc:sldChg chg="addSp delSp modSp new mod setBg">
        <pc:chgData name="Guest User" userId="" providerId="Windows Live" clId="Web-{F5197ECD-FBBA-CB96-F6F9-0F482BD3B833}" dt="2025-12-10T06:34:11.791" v="66"/>
        <pc:sldMkLst>
          <pc:docMk/>
          <pc:sldMk cId="2698629414" sldId="272"/>
        </pc:sldMkLst>
        <pc:spChg chg="mod">
          <ac:chgData name="Guest User" userId="" providerId="Windows Live" clId="Web-{F5197ECD-FBBA-CB96-F6F9-0F482BD3B833}" dt="2025-12-10T06:34:11.791" v="66"/>
          <ac:spMkLst>
            <pc:docMk/>
            <pc:sldMk cId="2698629414" sldId="272"/>
            <ac:spMk id="2" creationId="{1F954A77-DC4D-4CB7-0092-335E60A368C2}"/>
          </ac:spMkLst>
        </pc:spChg>
        <pc:spChg chg="mod ord">
          <ac:chgData name="Guest User" userId="" providerId="Windows Live" clId="Web-{F5197ECD-FBBA-CB96-F6F9-0F482BD3B833}" dt="2025-12-10T06:34:11.791" v="66"/>
          <ac:spMkLst>
            <pc:docMk/>
            <pc:sldMk cId="2698629414" sldId="272"/>
            <ac:spMk id="3" creationId="{80E117F8-560D-8B8B-290E-5D041D33D1A9}"/>
          </ac:spMkLst>
        </pc:spChg>
        <pc:spChg chg="add del">
          <ac:chgData name="Guest User" userId="" providerId="Windows Live" clId="Web-{F5197ECD-FBBA-CB96-F6F9-0F482BD3B833}" dt="2025-12-10T06:34:11.791" v="66"/>
          <ac:spMkLst>
            <pc:docMk/>
            <pc:sldMk cId="2698629414" sldId="272"/>
            <ac:spMk id="9" creationId="{2EB492CD-616E-47F8-933B-5E2D952A0593}"/>
          </ac:spMkLst>
        </pc:spChg>
        <pc:spChg chg="add del">
          <ac:chgData name="Guest User" userId="" providerId="Windows Live" clId="Web-{F5197ECD-FBBA-CB96-F6F9-0F482BD3B833}" dt="2025-12-10T06:34:11.791" v="66"/>
          <ac:spMkLst>
            <pc:docMk/>
            <pc:sldMk cId="2698629414" sldId="272"/>
            <ac:spMk id="11" creationId="{59383CF9-23B5-4335-9B21-1791C4CF1C75}"/>
          </ac:spMkLst>
        </pc:spChg>
        <pc:spChg chg="add del">
          <ac:chgData name="Guest User" userId="" providerId="Windows Live" clId="Web-{F5197ECD-FBBA-CB96-F6F9-0F482BD3B833}" dt="2025-12-10T06:34:11.791" v="66"/>
          <ac:spMkLst>
            <pc:docMk/>
            <pc:sldMk cId="2698629414" sldId="272"/>
            <ac:spMk id="13" creationId="{0007FE00-9498-4706-B255-6437B0252C02}"/>
          </ac:spMkLst>
        </pc:spChg>
        <pc:spChg chg="add">
          <ac:chgData name="Guest User" userId="" providerId="Windows Live" clId="Web-{F5197ECD-FBBA-CB96-F6F9-0F482BD3B833}" dt="2025-12-10T06:34:11.791" v="66"/>
          <ac:spMkLst>
            <pc:docMk/>
            <pc:sldMk cId="2698629414" sldId="272"/>
            <ac:spMk id="18" creationId="{7B831B6F-405A-4B47-B9BB-5CA88F285844}"/>
          </ac:spMkLst>
        </pc:spChg>
        <pc:spChg chg="add">
          <ac:chgData name="Guest User" userId="" providerId="Windows Live" clId="Web-{F5197ECD-FBBA-CB96-F6F9-0F482BD3B833}" dt="2025-12-10T06:34:11.791" v="66"/>
          <ac:spMkLst>
            <pc:docMk/>
            <pc:sldMk cId="2698629414" sldId="272"/>
            <ac:spMk id="20" creationId="{953EE71A-6488-4203-A7C4-77102FD0DCCA}"/>
          </ac:spMkLst>
        </pc:spChg>
        <pc:picChg chg="add mod">
          <ac:chgData name="Guest User" userId="" providerId="Windows Live" clId="Web-{F5197ECD-FBBA-CB96-F6F9-0F482BD3B833}" dt="2025-12-10T06:34:11.791" v="66"/>
          <ac:picMkLst>
            <pc:docMk/>
            <pc:sldMk cId="2698629414" sldId="272"/>
            <ac:picMk id="4" creationId="{50D52685-958A-5994-555C-5E6723FCDA97}"/>
          </ac:picMkLst>
        </pc:picChg>
      </pc:sldChg>
      <pc:sldChg chg="addSp delSp modSp new mod setBg">
        <pc:chgData name="Guest User" userId="" providerId="Windows Live" clId="Web-{F5197ECD-FBBA-CB96-F6F9-0F482BD3B833}" dt="2025-12-10T06:38:34.189" v="81"/>
        <pc:sldMkLst>
          <pc:docMk/>
          <pc:sldMk cId="2648118986" sldId="273"/>
        </pc:sldMkLst>
        <pc:spChg chg="mod">
          <ac:chgData name="Guest User" userId="" providerId="Windows Live" clId="Web-{F5197ECD-FBBA-CB96-F6F9-0F482BD3B833}" dt="2025-12-10T06:38:34.189" v="81"/>
          <ac:spMkLst>
            <pc:docMk/>
            <pc:sldMk cId="2648118986" sldId="273"/>
            <ac:spMk id="2" creationId="{46A13A45-D188-E6E4-6270-1A2C1141573E}"/>
          </ac:spMkLst>
        </pc:spChg>
        <pc:spChg chg="mod ord">
          <ac:chgData name="Guest User" userId="" providerId="Windows Live" clId="Web-{F5197ECD-FBBA-CB96-F6F9-0F482BD3B833}" dt="2025-12-10T06:38:34.189" v="81"/>
          <ac:spMkLst>
            <pc:docMk/>
            <pc:sldMk cId="2648118986" sldId="273"/>
            <ac:spMk id="3" creationId="{C104124A-F8F8-4F4C-B3D3-919A7CD2EBA6}"/>
          </ac:spMkLst>
        </pc:spChg>
        <pc:spChg chg="add del">
          <ac:chgData name="Guest User" userId="" providerId="Windows Live" clId="Web-{F5197ECD-FBBA-CB96-F6F9-0F482BD3B833}" dt="2025-12-10T06:38:34.189" v="80"/>
          <ac:spMkLst>
            <pc:docMk/>
            <pc:sldMk cId="2648118986" sldId="273"/>
            <ac:spMk id="9" creationId="{7B831B6F-405A-4B47-B9BB-5CA88F285844}"/>
          </ac:spMkLst>
        </pc:spChg>
        <pc:spChg chg="add del">
          <ac:chgData name="Guest User" userId="" providerId="Windows Live" clId="Web-{F5197ECD-FBBA-CB96-F6F9-0F482BD3B833}" dt="2025-12-10T06:38:34.189" v="80"/>
          <ac:spMkLst>
            <pc:docMk/>
            <pc:sldMk cId="2648118986" sldId="273"/>
            <ac:spMk id="11" creationId="{953EE71A-6488-4203-A7C4-77102FD0DCCA}"/>
          </ac:spMkLst>
        </pc:spChg>
        <pc:spChg chg="add">
          <ac:chgData name="Guest User" userId="" providerId="Windows Live" clId="Web-{F5197ECD-FBBA-CB96-F6F9-0F482BD3B833}" dt="2025-12-10T06:38:34.189" v="81"/>
          <ac:spMkLst>
            <pc:docMk/>
            <pc:sldMk cId="2648118986" sldId="273"/>
            <ac:spMk id="13" creationId="{3E7D5C7B-DD16-401B-85CE-4AAA2A4F5136}"/>
          </ac:spMkLst>
        </pc:spChg>
        <pc:spChg chg="add">
          <ac:chgData name="Guest User" userId="" providerId="Windows Live" clId="Web-{F5197ECD-FBBA-CB96-F6F9-0F482BD3B833}" dt="2025-12-10T06:38:34.189" v="81"/>
          <ac:spMkLst>
            <pc:docMk/>
            <pc:sldMk cId="2648118986" sldId="273"/>
            <ac:spMk id="14" creationId="{90D01200-0224-43C5-AB38-FB4D16B73FB7}"/>
          </ac:spMkLst>
        </pc:spChg>
        <pc:spChg chg="add">
          <ac:chgData name="Guest User" userId="" providerId="Windows Live" clId="Web-{F5197ECD-FBBA-CB96-F6F9-0F482BD3B833}" dt="2025-12-10T06:38:34.189" v="81"/>
          <ac:spMkLst>
            <pc:docMk/>
            <pc:sldMk cId="2648118986" sldId="273"/>
            <ac:spMk id="15" creationId="{728A44A4-A002-4A88-9FC9-1D0566C97A47}"/>
          </ac:spMkLst>
        </pc:spChg>
        <pc:picChg chg="add mod">
          <ac:chgData name="Guest User" userId="" providerId="Windows Live" clId="Web-{F5197ECD-FBBA-CB96-F6F9-0F482BD3B833}" dt="2025-12-10T06:38:34.189" v="81"/>
          <ac:picMkLst>
            <pc:docMk/>
            <pc:sldMk cId="2648118986" sldId="273"/>
            <ac:picMk id="4" creationId="{121EAC77-162A-8282-D15C-611628B33671}"/>
          </ac:picMkLst>
        </pc:picChg>
      </pc:sldChg>
    </pc:docChg>
  </pc:docChgLst>
  <pc:docChgLst>
    <pc:chgData name="Guest User" providerId="Windows Live" clId="Web-{DB47290E-E733-41B5-09FE-7520D02E2062}"/>
    <pc:docChg chg="addSld">
      <pc:chgData name="Guest User" userId="" providerId="Windows Live" clId="Web-{DB47290E-E733-41B5-09FE-7520D02E2062}" dt="2025-12-10T04:46:22.445" v="0"/>
      <pc:docMkLst>
        <pc:docMk/>
      </pc:docMkLst>
      <pc:sldChg chg="new">
        <pc:chgData name="Guest User" userId="" providerId="Windows Live" clId="Web-{DB47290E-E733-41B5-09FE-7520D02E2062}" dt="2025-12-10T04:46:22.445" v="0"/>
        <pc:sldMkLst>
          <pc:docMk/>
          <pc:sldMk cId="2131399167" sldId="257"/>
        </pc:sldMkLst>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CF62C4-53FC-0EB5-55B1-FA892AF3B6CC}"/>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AEF5D458-508A-3AB8-1E98-4004F658259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FA1B303F-387E-455B-BB6F-38EE2C19A7C2}"/>
              </a:ext>
            </a:extLst>
          </p:cNvPr>
          <p:cNvSpPr>
            <a:spLocks noGrp="1"/>
          </p:cNvSpPr>
          <p:nvPr>
            <p:ph type="dt" sz="half" idx="10"/>
          </p:nvPr>
        </p:nvSpPr>
        <p:spPr/>
        <p:txBody>
          <a:bodyPr/>
          <a:lstStyle/>
          <a:p>
            <a:fld id="{2555646A-6C7C-4DAE-A91F-FFF06B197EE6}" type="datetimeFigureOut">
              <a:rPr lang="en-US" smtClean="0"/>
              <a:t>12/10/2025</a:t>
            </a:fld>
            <a:endParaRPr lang="en-US"/>
          </a:p>
        </p:txBody>
      </p:sp>
      <p:sp>
        <p:nvSpPr>
          <p:cNvPr id="5" name="Footer Placeholder 4">
            <a:extLst>
              <a:ext uri="{FF2B5EF4-FFF2-40B4-BE49-F238E27FC236}">
                <a16:creationId xmlns:a16="http://schemas.microsoft.com/office/drawing/2014/main" id="{FE79D21F-4D68-1815-BE16-594DBFAB479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DA5D6AD-94B9-23D5-DB17-B2F4C99D6849}"/>
              </a:ext>
            </a:extLst>
          </p:cNvPr>
          <p:cNvSpPr>
            <a:spLocks noGrp="1"/>
          </p:cNvSpPr>
          <p:nvPr>
            <p:ph type="sldNum" sz="quarter" idx="12"/>
          </p:nvPr>
        </p:nvSpPr>
        <p:spPr/>
        <p:txBody>
          <a:bodyPr/>
          <a:lstStyle/>
          <a:p>
            <a:fld id="{1380959E-7C91-489E-A325-1946045EFD98}" type="slidenum">
              <a:rPr lang="en-US" smtClean="0"/>
              <a:t>‹#›</a:t>
            </a:fld>
            <a:endParaRPr lang="en-US"/>
          </a:p>
        </p:txBody>
      </p:sp>
    </p:spTree>
    <p:extLst>
      <p:ext uri="{BB962C8B-B14F-4D97-AF65-F5344CB8AC3E}">
        <p14:creationId xmlns:p14="http://schemas.microsoft.com/office/powerpoint/2010/main" val="73098734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835378-B1C1-073C-D7EF-0D9727FEF687}"/>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88A1749-F844-1D93-2458-CE726AB57CC9}"/>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607C7C9-C2AC-12E8-027D-FA6C8A0FD7E6}"/>
              </a:ext>
            </a:extLst>
          </p:cNvPr>
          <p:cNvSpPr>
            <a:spLocks noGrp="1"/>
          </p:cNvSpPr>
          <p:nvPr>
            <p:ph type="dt" sz="half" idx="10"/>
          </p:nvPr>
        </p:nvSpPr>
        <p:spPr/>
        <p:txBody>
          <a:bodyPr/>
          <a:lstStyle/>
          <a:p>
            <a:fld id="{2555646A-6C7C-4DAE-A91F-FFF06B197EE6}" type="datetimeFigureOut">
              <a:rPr lang="en-US" smtClean="0"/>
              <a:t>12/10/2025</a:t>
            </a:fld>
            <a:endParaRPr lang="en-US"/>
          </a:p>
        </p:txBody>
      </p:sp>
      <p:sp>
        <p:nvSpPr>
          <p:cNvPr id="5" name="Footer Placeholder 4">
            <a:extLst>
              <a:ext uri="{FF2B5EF4-FFF2-40B4-BE49-F238E27FC236}">
                <a16:creationId xmlns:a16="http://schemas.microsoft.com/office/drawing/2014/main" id="{8996B4F5-1B94-6EAC-B875-5302C20068C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1293170-3622-A536-C016-ECF69A67A1E7}"/>
              </a:ext>
            </a:extLst>
          </p:cNvPr>
          <p:cNvSpPr>
            <a:spLocks noGrp="1"/>
          </p:cNvSpPr>
          <p:nvPr>
            <p:ph type="sldNum" sz="quarter" idx="12"/>
          </p:nvPr>
        </p:nvSpPr>
        <p:spPr/>
        <p:txBody>
          <a:bodyPr/>
          <a:lstStyle/>
          <a:p>
            <a:fld id="{1380959E-7C91-489E-A325-1946045EFD98}" type="slidenum">
              <a:rPr lang="en-US" smtClean="0"/>
              <a:t>‹#›</a:t>
            </a:fld>
            <a:endParaRPr lang="en-US"/>
          </a:p>
        </p:txBody>
      </p:sp>
    </p:spTree>
    <p:extLst>
      <p:ext uri="{BB962C8B-B14F-4D97-AF65-F5344CB8AC3E}">
        <p14:creationId xmlns:p14="http://schemas.microsoft.com/office/powerpoint/2010/main" val="10598135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4D029A-78DE-89F0-F1D4-6D3C408B41F5}"/>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5A444330-81FC-6B9E-D576-70D82EE0CE22}"/>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9D81FF52-3CA6-E680-F7A8-8144A60E1B0D}"/>
              </a:ext>
            </a:extLst>
          </p:cNvPr>
          <p:cNvSpPr>
            <a:spLocks noGrp="1"/>
          </p:cNvSpPr>
          <p:nvPr>
            <p:ph type="dt" sz="half" idx="10"/>
          </p:nvPr>
        </p:nvSpPr>
        <p:spPr/>
        <p:txBody>
          <a:bodyPr/>
          <a:lstStyle/>
          <a:p>
            <a:fld id="{2555646A-6C7C-4DAE-A91F-FFF06B197EE6}" type="datetimeFigureOut">
              <a:rPr lang="en-US" smtClean="0"/>
              <a:t>12/10/2025</a:t>
            </a:fld>
            <a:endParaRPr lang="en-US"/>
          </a:p>
        </p:txBody>
      </p:sp>
      <p:sp>
        <p:nvSpPr>
          <p:cNvPr id="5" name="Footer Placeholder 4">
            <a:extLst>
              <a:ext uri="{FF2B5EF4-FFF2-40B4-BE49-F238E27FC236}">
                <a16:creationId xmlns:a16="http://schemas.microsoft.com/office/drawing/2014/main" id="{83599613-4E20-BECE-3D4C-CF92D52BC2E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EC19135-8B77-88B1-C89D-B5EEAF5F4306}"/>
              </a:ext>
            </a:extLst>
          </p:cNvPr>
          <p:cNvSpPr>
            <a:spLocks noGrp="1"/>
          </p:cNvSpPr>
          <p:nvPr>
            <p:ph type="sldNum" sz="quarter" idx="12"/>
          </p:nvPr>
        </p:nvSpPr>
        <p:spPr/>
        <p:txBody>
          <a:bodyPr/>
          <a:lstStyle/>
          <a:p>
            <a:fld id="{1380959E-7C91-489E-A325-1946045EFD98}" type="slidenum">
              <a:rPr lang="en-US" smtClean="0"/>
              <a:t>‹#›</a:t>
            </a:fld>
            <a:endParaRPr lang="en-US"/>
          </a:p>
        </p:txBody>
      </p:sp>
    </p:spTree>
    <p:extLst>
      <p:ext uri="{BB962C8B-B14F-4D97-AF65-F5344CB8AC3E}">
        <p14:creationId xmlns:p14="http://schemas.microsoft.com/office/powerpoint/2010/main" val="134325380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8535ED-C18A-8B72-1FDB-888C3C8D8F48}"/>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224B89E-66C2-4009-1F93-468B4F2E41C3}"/>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EC2E2393-3F75-8906-0E25-E267352780C1}"/>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61636BF7-7C55-D0B2-19B6-91ED105057DF}"/>
              </a:ext>
            </a:extLst>
          </p:cNvPr>
          <p:cNvSpPr>
            <a:spLocks noGrp="1"/>
          </p:cNvSpPr>
          <p:nvPr>
            <p:ph type="dt" sz="half" idx="10"/>
          </p:nvPr>
        </p:nvSpPr>
        <p:spPr/>
        <p:txBody>
          <a:bodyPr/>
          <a:lstStyle/>
          <a:p>
            <a:fld id="{2555646A-6C7C-4DAE-A91F-FFF06B197EE6}" type="datetimeFigureOut">
              <a:rPr lang="en-US" smtClean="0"/>
              <a:t>12/10/2025</a:t>
            </a:fld>
            <a:endParaRPr lang="en-US"/>
          </a:p>
        </p:txBody>
      </p:sp>
      <p:sp>
        <p:nvSpPr>
          <p:cNvPr id="6" name="Footer Placeholder 5">
            <a:extLst>
              <a:ext uri="{FF2B5EF4-FFF2-40B4-BE49-F238E27FC236}">
                <a16:creationId xmlns:a16="http://schemas.microsoft.com/office/drawing/2014/main" id="{75893148-F604-1E7E-8F52-10052C26BCD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82E5D8A-CC02-DDAF-2627-6AE13DF9146E}"/>
              </a:ext>
            </a:extLst>
          </p:cNvPr>
          <p:cNvSpPr>
            <a:spLocks noGrp="1"/>
          </p:cNvSpPr>
          <p:nvPr>
            <p:ph type="sldNum" sz="quarter" idx="12"/>
          </p:nvPr>
        </p:nvSpPr>
        <p:spPr/>
        <p:txBody>
          <a:bodyPr/>
          <a:lstStyle/>
          <a:p>
            <a:fld id="{1380959E-7C91-489E-A325-1946045EFD98}" type="slidenum">
              <a:rPr lang="en-US" smtClean="0"/>
              <a:t>‹#›</a:t>
            </a:fld>
            <a:endParaRPr lang="en-US"/>
          </a:p>
        </p:txBody>
      </p:sp>
    </p:spTree>
    <p:extLst>
      <p:ext uri="{BB962C8B-B14F-4D97-AF65-F5344CB8AC3E}">
        <p14:creationId xmlns:p14="http://schemas.microsoft.com/office/powerpoint/2010/main" val="31663648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952764-77C1-137C-A59F-B2930336EEA6}"/>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F35D03CE-EE76-626D-970A-0BE1010043C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9382D3DE-7893-1304-CE47-0092413362DF}"/>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C603C854-6306-90F3-2E9F-72F926E5A99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877B3912-B8CF-6F36-523F-A7109318A33B}"/>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8D849154-57B6-8FB6-0356-DB4AA0DD9A25}"/>
              </a:ext>
            </a:extLst>
          </p:cNvPr>
          <p:cNvSpPr>
            <a:spLocks noGrp="1"/>
          </p:cNvSpPr>
          <p:nvPr>
            <p:ph type="dt" sz="half" idx="10"/>
          </p:nvPr>
        </p:nvSpPr>
        <p:spPr/>
        <p:txBody>
          <a:bodyPr/>
          <a:lstStyle/>
          <a:p>
            <a:fld id="{2555646A-6C7C-4DAE-A91F-FFF06B197EE6}" type="datetimeFigureOut">
              <a:rPr lang="en-US" smtClean="0"/>
              <a:t>12/10/2025</a:t>
            </a:fld>
            <a:endParaRPr lang="en-US"/>
          </a:p>
        </p:txBody>
      </p:sp>
      <p:sp>
        <p:nvSpPr>
          <p:cNvPr id="8" name="Footer Placeholder 7">
            <a:extLst>
              <a:ext uri="{FF2B5EF4-FFF2-40B4-BE49-F238E27FC236}">
                <a16:creationId xmlns:a16="http://schemas.microsoft.com/office/drawing/2014/main" id="{B6669947-D6C3-5DAE-3E47-31B5A88404BE}"/>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E1C8966C-D821-9875-5D78-3EC211DEA49E}"/>
              </a:ext>
            </a:extLst>
          </p:cNvPr>
          <p:cNvSpPr>
            <a:spLocks noGrp="1"/>
          </p:cNvSpPr>
          <p:nvPr>
            <p:ph type="sldNum" sz="quarter" idx="12"/>
          </p:nvPr>
        </p:nvSpPr>
        <p:spPr/>
        <p:txBody>
          <a:bodyPr/>
          <a:lstStyle/>
          <a:p>
            <a:fld id="{1380959E-7C91-489E-A325-1946045EFD98}" type="slidenum">
              <a:rPr lang="en-US" smtClean="0"/>
              <a:t>‹#›</a:t>
            </a:fld>
            <a:endParaRPr lang="en-US"/>
          </a:p>
        </p:txBody>
      </p:sp>
    </p:spTree>
    <p:extLst>
      <p:ext uri="{BB962C8B-B14F-4D97-AF65-F5344CB8AC3E}">
        <p14:creationId xmlns:p14="http://schemas.microsoft.com/office/powerpoint/2010/main" val="328751204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0FAEC-215A-A215-878D-C98E9DB0B278}"/>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D9082832-D981-13D1-993B-1334884216E3}"/>
              </a:ext>
            </a:extLst>
          </p:cNvPr>
          <p:cNvSpPr>
            <a:spLocks noGrp="1"/>
          </p:cNvSpPr>
          <p:nvPr>
            <p:ph type="dt" sz="half" idx="10"/>
          </p:nvPr>
        </p:nvSpPr>
        <p:spPr/>
        <p:txBody>
          <a:bodyPr/>
          <a:lstStyle/>
          <a:p>
            <a:fld id="{2555646A-6C7C-4DAE-A91F-FFF06B197EE6}" type="datetimeFigureOut">
              <a:rPr lang="en-US" smtClean="0"/>
              <a:t>12/10/2025</a:t>
            </a:fld>
            <a:endParaRPr lang="en-US"/>
          </a:p>
        </p:txBody>
      </p:sp>
      <p:sp>
        <p:nvSpPr>
          <p:cNvPr id="4" name="Footer Placeholder 3">
            <a:extLst>
              <a:ext uri="{FF2B5EF4-FFF2-40B4-BE49-F238E27FC236}">
                <a16:creationId xmlns:a16="http://schemas.microsoft.com/office/drawing/2014/main" id="{B8E4381E-F637-C245-DDA8-2754205658E2}"/>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ED680FC3-EF31-878F-B12D-FA1A7E82347A}"/>
              </a:ext>
            </a:extLst>
          </p:cNvPr>
          <p:cNvSpPr>
            <a:spLocks noGrp="1"/>
          </p:cNvSpPr>
          <p:nvPr>
            <p:ph type="sldNum" sz="quarter" idx="12"/>
          </p:nvPr>
        </p:nvSpPr>
        <p:spPr/>
        <p:txBody>
          <a:bodyPr/>
          <a:lstStyle/>
          <a:p>
            <a:fld id="{1380959E-7C91-489E-A325-1946045EFD98}" type="slidenum">
              <a:rPr lang="en-US" smtClean="0"/>
              <a:t>‹#›</a:t>
            </a:fld>
            <a:endParaRPr lang="en-US"/>
          </a:p>
        </p:txBody>
      </p:sp>
    </p:spTree>
    <p:extLst>
      <p:ext uri="{BB962C8B-B14F-4D97-AF65-F5344CB8AC3E}">
        <p14:creationId xmlns:p14="http://schemas.microsoft.com/office/powerpoint/2010/main" val="42526041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9B07C07-AE80-F3DA-4EE7-FA2E833EAE75}"/>
              </a:ext>
            </a:extLst>
          </p:cNvPr>
          <p:cNvSpPr>
            <a:spLocks noGrp="1"/>
          </p:cNvSpPr>
          <p:nvPr>
            <p:ph type="dt" sz="half" idx="10"/>
          </p:nvPr>
        </p:nvSpPr>
        <p:spPr/>
        <p:txBody>
          <a:bodyPr/>
          <a:lstStyle/>
          <a:p>
            <a:fld id="{2555646A-6C7C-4DAE-A91F-FFF06B197EE6}" type="datetimeFigureOut">
              <a:rPr lang="en-US" smtClean="0"/>
              <a:t>12/10/2025</a:t>
            </a:fld>
            <a:endParaRPr lang="en-US"/>
          </a:p>
        </p:txBody>
      </p:sp>
      <p:sp>
        <p:nvSpPr>
          <p:cNvPr id="3" name="Footer Placeholder 2">
            <a:extLst>
              <a:ext uri="{FF2B5EF4-FFF2-40B4-BE49-F238E27FC236}">
                <a16:creationId xmlns:a16="http://schemas.microsoft.com/office/drawing/2014/main" id="{EFC7B2A4-1170-4CA6-D3A6-CBC714F2D39B}"/>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84B9EC32-FCFF-EF6B-19D2-8BCDA089DD18}"/>
              </a:ext>
            </a:extLst>
          </p:cNvPr>
          <p:cNvSpPr>
            <a:spLocks noGrp="1"/>
          </p:cNvSpPr>
          <p:nvPr>
            <p:ph type="sldNum" sz="quarter" idx="12"/>
          </p:nvPr>
        </p:nvSpPr>
        <p:spPr/>
        <p:txBody>
          <a:bodyPr/>
          <a:lstStyle/>
          <a:p>
            <a:fld id="{1380959E-7C91-489E-A325-1946045EFD98}" type="slidenum">
              <a:rPr lang="en-US" smtClean="0"/>
              <a:t>‹#›</a:t>
            </a:fld>
            <a:endParaRPr lang="en-US"/>
          </a:p>
        </p:txBody>
      </p:sp>
    </p:spTree>
    <p:extLst>
      <p:ext uri="{BB962C8B-B14F-4D97-AF65-F5344CB8AC3E}">
        <p14:creationId xmlns:p14="http://schemas.microsoft.com/office/powerpoint/2010/main" val="213526467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413329-0726-7162-C9E0-029DAF4B222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EEE080F0-6526-0F3E-D5C6-CF0CDF9549F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F997E828-6BD6-60A1-3F92-E4D1BD75924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BFEBFD6-0EC0-DD32-6229-CC217A216164}"/>
              </a:ext>
            </a:extLst>
          </p:cNvPr>
          <p:cNvSpPr>
            <a:spLocks noGrp="1"/>
          </p:cNvSpPr>
          <p:nvPr>
            <p:ph type="dt" sz="half" idx="10"/>
          </p:nvPr>
        </p:nvSpPr>
        <p:spPr/>
        <p:txBody>
          <a:bodyPr/>
          <a:lstStyle/>
          <a:p>
            <a:fld id="{2555646A-6C7C-4DAE-A91F-FFF06B197EE6}" type="datetimeFigureOut">
              <a:rPr lang="en-US" smtClean="0"/>
              <a:t>12/10/2025</a:t>
            </a:fld>
            <a:endParaRPr lang="en-US"/>
          </a:p>
        </p:txBody>
      </p:sp>
      <p:sp>
        <p:nvSpPr>
          <p:cNvPr id="6" name="Footer Placeholder 5">
            <a:extLst>
              <a:ext uri="{FF2B5EF4-FFF2-40B4-BE49-F238E27FC236}">
                <a16:creationId xmlns:a16="http://schemas.microsoft.com/office/drawing/2014/main" id="{A82BBA7C-B931-60D7-4757-FCC26839477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1734468-60F5-9BCD-99F5-E5743B5D296B}"/>
              </a:ext>
            </a:extLst>
          </p:cNvPr>
          <p:cNvSpPr>
            <a:spLocks noGrp="1"/>
          </p:cNvSpPr>
          <p:nvPr>
            <p:ph type="sldNum" sz="quarter" idx="12"/>
          </p:nvPr>
        </p:nvSpPr>
        <p:spPr/>
        <p:txBody>
          <a:bodyPr/>
          <a:lstStyle/>
          <a:p>
            <a:fld id="{1380959E-7C91-489E-A325-1946045EFD98}" type="slidenum">
              <a:rPr lang="en-US" smtClean="0"/>
              <a:t>‹#›</a:t>
            </a:fld>
            <a:endParaRPr lang="en-US"/>
          </a:p>
        </p:txBody>
      </p:sp>
    </p:spTree>
    <p:extLst>
      <p:ext uri="{BB962C8B-B14F-4D97-AF65-F5344CB8AC3E}">
        <p14:creationId xmlns:p14="http://schemas.microsoft.com/office/powerpoint/2010/main" val="110995166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E2544C-1DF0-F584-21C4-C5BCC8EC5DA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7A8C87FF-9246-DF9D-E942-916969B2058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40FB1443-4E52-53D5-C967-D635834BEEF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B313F20-A92A-99AC-6338-621D7D82B03D}"/>
              </a:ext>
            </a:extLst>
          </p:cNvPr>
          <p:cNvSpPr>
            <a:spLocks noGrp="1"/>
          </p:cNvSpPr>
          <p:nvPr>
            <p:ph type="dt" sz="half" idx="10"/>
          </p:nvPr>
        </p:nvSpPr>
        <p:spPr/>
        <p:txBody>
          <a:bodyPr/>
          <a:lstStyle/>
          <a:p>
            <a:fld id="{2555646A-6C7C-4DAE-A91F-FFF06B197EE6}" type="datetimeFigureOut">
              <a:rPr lang="en-US" smtClean="0"/>
              <a:t>12/10/2025</a:t>
            </a:fld>
            <a:endParaRPr lang="en-US"/>
          </a:p>
        </p:txBody>
      </p:sp>
      <p:sp>
        <p:nvSpPr>
          <p:cNvPr id="6" name="Footer Placeholder 5">
            <a:extLst>
              <a:ext uri="{FF2B5EF4-FFF2-40B4-BE49-F238E27FC236}">
                <a16:creationId xmlns:a16="http://schemas.microsoft.com/office/drawing/2014/main" id="{EFFB1FFD-EFC0-34D3-9277-0F35E886C97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2A463D6-BDCB-3A75-EB1A-FC3BBDC6A3BA}"/>
              </a:ext>
            </a:extLst>
          </p:cNvPr>
          <p:cNvSpPr>
            <a:spLocks noGrp="1"/>
          </p:cNvSpPr>
          <p:nvPr>
            <p:ph type="sldNum" sz="quarter" idx="12"/>
          </p:nvPr>
        </p:nvSpPr>
        <p:spPr/>
        <p:txBody>
          <a:bodyPr/>
          <a:lstStyle/>
          <a:p>
            <a:fld id="{1380959E-7C91-489E-A325-1946045EFD98}" type="slidenum">
              <a:rPr lang="en-US" smtClean="0"/>
              <a:t>‹#›</a:t>
            </a:fld>
            <a:endParaRPr lang="en-US"/>
          </a:p>
        </p:txBody>
      </p:sp>
    </p:spTree>
    <p:extLst>
      <p:ext uri="{BB962C8B-B14F-4D97-AF65-F5344CB8AC3E}">
        <p14:creationId xmlns:p14="http://schemas.microsoft.com/office/powerpoint/2010/main" val="134430754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7FD5F9-71EC-C8EA-1C61-4C2A83D6956B}"/>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1DA6E196-4981-6FF0-B503-7D2008A8BBFA}"/>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CC243D6-7B9D-3A56-2879-5B91E0FDFAFD}"/>
              </a:ext>
            </a:extLst>
          </p:cNvPr>
          <p:cNvSpPr>
            <a:spLocks noGrp="1"/>
          </p:cNvSpPr>
          <p:nvPr>
            <p:ph type="dt" sz="half" idx="10"/>
          </p:nvPr>
        </p:nvSpPr>
        <p:spPr/>
        <p:txBody>
          <a:bodyPr/>
          <a:lstStyle/>
          <a:p>
            <a:fld id="{2555646A-6C7C-4DAE-A91F-FFF06B197EE6}" type="datetimeFigureOut">
              <a:rPr lang="en-US" smtClean="0"/>
              <a:t>12/10/2025</a:t>
            </a:fld>
            <a:endParaRPr lang="en-US"/>
          </a:p>
        </p:txBody>
      </p:sp>
      <p:sp>
        <p:nvSpPr>
          <p:cNvPr id="5" name="Footer Placeholder 4">
            <a:extLst>
              <a:ext uri="{FF2B5EF4-FFF2-40B4-BE49-F238E27FC236}">
                <a16:creationId xmlns:a16="http://schemas.microsoft.com/office/drawing/2014/main" id="{08A53255-9765-8074-28B0-C65AB7CCF2F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4346C9E-3D03-3445-A0D5-F52CC95EE075}"/>
              </a:ext>
            </a:extLst>
          </p:cNvPr>
          <p:cNvSpPr>
            <a:spLocks noGrp="1"/>
          </p:cNvSpPr>
          <p:nvPr>
            <p:ph type="sldNum" sz="quarter" idx="12"/>
          </p:nvPr>
        </p:nvSpPr>
        <p:spPr/>
        <p:txBody>
          <a:bodyPr/>
          <a:lstStyle/>
          <a:p>
            <a:fld id="{1380959E-7C91-489E-A325-1946045EFD98}" type="slidenum">
              <a:rPr lang="en-US" smtClean="0"/>
              <a:t>‹#›</a:t>
            </a:fld>
            <a:endParaRPr lang="en-US"/>
          </a:p>
        </p:txBody>
      </p:sp>
    </p:spTree>
    <p:extLst>
      <p:ext uri="{BB962C8B-B14F-4D97-AF65-F5344CB8AC3E}">
        <p14:creationId xmlns:p14="http://schemas.microsoft.com/office/powerpoint/2010/main" val="256492793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27BC892B-256C-2B88-2F8D-19D3CB6A26F2}"/>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44776035-EE22-D4F9-E69E-BD6990D7D3D2}"/>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C359A99-8081-4EE9-336F-CEFA1B986EED}"/>
              </a:ext>
            </a:extLst>
          </p:cNvPr>
          <p:cNvSpPr>
            <a:spLocks noGrp="1"/>
          </p:cNvSpPr>
          <p:nvPr>
            <p:ph type="dt" sz="half" idx="10"/>
          </p:nvPr>
        </p:nvSpPr>
        <p:spPr/>
        <p:txBody>
          <a:bodyPr/>
          <a:lstStyle/>
          <a:p>
            <a:fld id="{2555646A-6C7C-4DAE-A91F-FFF06B197EE6}" type="datetimeFigureOut">
              <a:rPr lang="en-US" smtClean="0"/>
              <a:t>12/10/2025</a:t>
            </a:fld>
            <a:endParaRPr lang="en-US"/>
          </a:p>
        </p:txBody>
      </p:sp>
      <p:sp>
        <p:nvSpPr>
          <p:cNvPr id="5" name="Footer Placeholder 4">
            <a:extLst>
              <a:ext uri="{FF2B5EF4-FFF2-40B4-BE49-F238E27FC236}">
                <a16:creationId xmlns:a16="http://schemas.microsoft.com/office/drawing/2014/main" id="{99E216E0-0F2D-F0E9-C870-AD9216DB834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A4D88D8-29F7-C54A-05FF-C23E4E029D72}"/>
              </a:ext>
            </a:extLst>
          </p:cNvPr>
          <p:cNvSpPr>
            <a:spLocks noGrp="1"/>
          </p:cNvSpPr>
          <p:nvPr>
            <p:ph type="sldNum" sz="quarter" idx="12"/>
          </p:nvPr>
        </p:nvSpPr>
        <p:spPr/>
        <p:txBody>
          <a:bodyPr/>
          <a:lstStyle/>
          <a:p>
            <a:fld id="{1380959E-7C91-489E-A325-1946045EFD98}" type="slidenum">
              <a:rPr lang="en-US" smtClean="0"/>
              <a:t>‹#›</a:t>
            </a:fld>
            <a:endParaRPr lang="en-US"/>
          </a:p>
        </p:txBody>
      </p:sp>
    </p:spTree>
    <p:extLst>
      <p:ext uri="{BB962C8B-B14F-4D97-AF65-F5344CB8AC3E}">
        <p14:creationId xmlns:p14="http://schemas.microsoft.com/office/powerpoint/2010/main" val="344353910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FDC74F3-1C02-3E72-EE91-2AD177EA826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E4A34682-1694-2219-39E1-0F52F3807A2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0C2FAA7-4944-0514-581D-D7AD4B90727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2555646A-6C7C-4DAE-A91F-FFF06B197EE6}" type="datetimeFigureOut">
              <a:rPr lang="en-US" smtClean="0"/>
              <a:t>12/10/2025</a:t>
            </a:fld>
            <a:endParaRPr lang="en-US"/>
          </a:p>
        </p:txBody>
      </p:sp>
      <p:sp>
        <p:nvSpPr>
          <p:cNvPr id="5" name="Footer Placeholder 4">
            <a:extLst>
              <a:ext uri="{FF2B5EF4-FFF2-40B4-BE49-F238E27FC236}">
                <a16:creationId xmlns:a16="http://schemas.microsoft.com/office/drawing/2014/main" id="{22E7858F-FC1F-E0E6-3515-733E2E58564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8A9CB32A-3B5B-889D-4EE5-1E3163D07A34}"/>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1380959E-7C91-489E-A325-1946045EFD98}" type="slidenum">
              <a:rPr lang="en-US" smtClean="0"/>
              <a:t>‹#›</a:t>
            </a:fld>
            <a:endParaRPr lang="en-US"/>
          </a:p>
        </p:txBody>
      </p:sp>
    </p:spTree>
    <p:extLst>
      <p:ext uri="{BB962C8B-B14F-4D97-AF65-F5344CB8AC3E}">
        <p14:creationId xmlns:p14="http://schemas.microsoft.com/office/powerpoint/2010/main" val="111594027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2.xml"/><Relationship Id="rId4" Type="http://schemas.openxmlformats.org/officeDocument/2006/relationships/image" Target="../media/image15.png"/></Relationships>
</file>

<file path=ppt/slides/_rels/slide15.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6F5A5072-7B47-4D32-B52A-4EBBF590B8A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9715DAF0-AE1B-46C9-8A6B-DB2AA05AB91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2" y="-22693"/>
            <a:ext cx="12191999" cy="4374129"/>
          </a:xfrm>
          <a:prstGeom prst="rect">
            <a:avLst/>
          </a:prstGeom>
          <a:gradFill>
            <a:gsLst>
              <a:gs pos="0">
                <a:schemeClr val="accent1">
                  <a:lumMod val="75000"/>
                </a:schemeClr>
              </a:gs>
              <a:gs pos="100000">
                <a:srgbClr val="000000"/>
              </a:gs>
            </a:gsLst>
            <a:lin ang="15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6016219D-510E-4184-9090-6D5578A87B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3908719" y="-3931841"/>
            <a:ext cx="4374557" cy="12192000"/>
          </a:xfrm>
          <a:prstGeom prst="rect">
            <a:avLst/>
          </a:prstGeom>
          <a:gradFill>
            <a:gsLst>
              <a:gs pos="40000">
                <a:schemeClr val="accent1">
                  <a:alpha val="0"/>
                </a:schemeClr>
              </a:gs>
              <a:gs pos="100000">
                <a:schemeClr val="accent1">
                  <a:lumMod val="75000"/>
                  <a:alpha val="52000"/>
                </a:schemeClr>
              </a:gs>
            </a:gsLst>
            <a:lin ang="2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AFF4A713-7B75-4B21-90D7-5AB19547C7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4136696" y="-3703868"/>
            <a:ext cx="4374128" cy="11736479"/>
          </a:xfrm>
          <a:prstGeom prst="rect">
            <a:avLst/>
          </a:prstGeom>
          <a:gradFill>
            <a:gsLst>
              <a:gs pos="17000">
                <a:schemeClr val="accent1">
                  <a:alpha val="0"/>
                </a:schemeClr>
              </a:gs>
              <a:gs pos="100000">
                <a:srgbClr val="000000">
                  <a:alpha val="37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DC631C0B-6DA6-4E57-8231-CE32B3434A7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 y="-22690"/>
            <a:ext cx="8542485" cy="4374126"/>
          </a:xfrm>
          <a:prstGeom prst="rect">
            <a:avLst/>
          </a:prstGeom>
          <a:gradFill>
            <a:gsLst>
              <a:gs pos="0">
                <a:schemeClr val="accent1">
                  <a:lumMod val="50000"/>
                  <a:alpha val="0"/>
                </a:schemeClr>
              </a:gs>
              <a:gs pos="100000">
                <a:srgbClr val="000000">
                  <a:alpha val="25000"/>
                </a:srgb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Freeform: Shape 17">
            <a:extLst>
              <a:ext uri="{FF2B5EF4-FFF2-40B4-BE49-F238E27FC236}">
                <a16:creationId xmlns:a16="http://schemas.microsoft.com/office/drawing/2014/main" id="{C29501E6-A978-4A61-9689-9085AF97A5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2508972">
            <a:off x="5945431" y="-1032053"/>
            <a:ext cx="4990147" cy="4439131"/>
          </a:xfrm>
          <a:custGeom>
            <a:avLst/>
            <a:gdLst>
              <a:gd name="connsiteX0" fmla="*/ 4990147 w 4990147"/>
              <a:gd name="connsiteY0" fmla="*/ 2229378 h 4439131"/>
              <a:gd name="connsiteX1" fmla="*/ 917384 w 4990147"/>
              <a:gd name="connsiteY1" fmla="*/ 4439131 h 4439131"/>
              <a:gd name="connsiteX2" fmla="*/ 910814 w 4990147"/>
              <a:gd name="connsiteY2" fmla="*/ 4434219 h 4439131"/>
              <a:gd name="connsiteX3" fmla="*/ 0 w 4990147"/>
              <a:gd name="connsiteY3" fmla="*/ 2502877 h 4439131"/>
              <a:gd name="connsiteX4" fmla="*/ 2502877 w 4990147"/>
              <a:gd name="connsiteY4" fmla="*/ 0 h 4439131"/>
              <a:gd name="connsiteX5" fmla="*/ 4954904 w 4990147"/>
              <a:gd name="connsiteY5" fmla="*/ 1998460 h 44391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990147" h="4439131">
                <a:moveTo>
                  <a:pt x="4990147" y="2229378"/>
                </a:moveTo>
                <a:lnTo>
                  <a:pt x="917384" y="4439131"/>
                </a:lnTo>
                <a:lnTo>
                  <a:pt x="910814" y="4434219"/>
                </a:lnTo>
                <a:cubicBezTo>
                  <a:pt x="354557" y="3975154"/>
                  <a:pt x="0" y="3280421"/>
                  <a:pt x="0" y="2502877"/>
                </a:cubicBezTo>
                <a:cubicBezTo>
                  <a:pt x="0" y="1120576"/>
                  <a:pt x="1120576" y="0"/>
                  <a:pt x="2502877" y="0"/>
                </a:cubicBezTo>
                <a:cubicBezTo>
                  <a:pt x="3712390" y="0"/>
                  <a:pt x="4721520" y="857941"/>
                  <a:pt x="4954904" y="1998460"/>
                </a:cubicBezTo>
                <a:close/>
              </a:path>
            </a:pathLst>
          </a:custGeom>
          <a:gradFill>
            <a:gsLst>
              <a:gs pos="0">
                <a:schemeClr val="accent1">
                  <a:alpha val="22000"/>
                </a:schemeClr>
              </a:gs>
              <a:gs pos="87000">
                <a:schemeClr val="accent1">
                  <a:lumMod val="60000"/>
                  <a:lumOff val="40000"/>
                  <a:alpha val="2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65DDA2C5-A44B-4262-0151-C7606A5CD583}"/>
              </a:ext>
            </a:extLst>
          </p:cNvPr>
          <p:cNvSpPr>
            <a:spLocks noGrp="1"/>
          </p:cNvSpPr>
          <p:nvPr>
            <p:ph type="ctrTitle"/>
          </p:nvPr>
        </p:nvSpPr>
        <p:spPr>
          <a:xfrm>
            <a:off x="1314824" y="735106"/>
            <a:ext cx="10053763" cy="2928470"/>
          </a:xfrm>
        </p:spPr>
        <p:txBody>
          <a:bodyPr anchor="b">
            <a:normAutofit/>
          </a:bodyPr>
          <a:lstStyle/>
          <a:p>
            <a:pPr algn="l"/>
            <a:r>
              <a:rPr lang="en-US" sz="4800">
                <a:solidFill>
                  <a:srgbClr val="FFFFFF"/>
                </a:solidFill>
              </a:rPr>
              <a:t>Hospital Supply Analysis (April 2024 report)</a:t>
            </a:r>
          </a:p>
        </p:txBody>
      </p:sp>
      <p:sp>
        <p:nvSpPr>
          <p:cNvPr id="3" name="Subtitle 2">
            <a:extLst>
              <a:ext uri="{FF2B5EF4-FFF2-40B4-BE49-F238E27FC236}">
                <a16:creationId xmlns:a16="http://schemas.microsoft.com/office/drawing/2014/main" id="{459BAF9C-F745-0B7D-D8CF-C0605FCCDEB2}"/>
              </a:ext>
            </a:extLst>
          </p:cNvPr>
          <p:cNvSpPr>
            <a:spLocks noGrp="1"/>
          </p:cNvSpPr>
          <p:nvPr>
            <p:ph type="subTitle" idx="1"/>
          </p:nvPr>
        </p:nvSpPr>
        <p:spPr>
          <a:xfrm>
            <a:off x="1350682" y="4870824"/>
            <a:ext cx="10005951" cy="1458258"/>
          </a:xfrm>
        </p:spPr>
        <p:txBody>
          <a:bodyPr vert="horz" lIns="91440" tIns="45720" rIns="91440" bIns="45720" rtlCol="0" anchor="ctr">
            <a:normAutofit/>
          </a:bodyPr>
          <a:lstStyle/>
          <a:p>
            <a:pPr algn="l"/>
            <a:r>
              <a:rPr lang="en-US"/>
              <a:t>By: Naveen Prabakar, Ari Martono, Oleksandr Verman, Riza Danurdoro </a:t>
            </a:r>
          </a:p>
        </p:txBody>
      </p:sp>
    </p:spTree>
    <p:extLst>
      <p:ext uri="{BB962C8B-B14F-4D97-AF65-F5344CB8AC3E}">
        <p14:creationId xmlns:p14="http://schemas.microsoft.com/office/powerpoint/2010/main" val="386875794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45D37F4E-DDB4-456B-97E0-9937730A03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38D4CC1-D8CD-F509-BFA3-2DD7344C805F}"/>
              </a:ext>
            </a:extLst>
          </p:cNvPr>
          <p:cNvSpPr>
            <a:spLocks noGrp="1"/>
          </p:cNvSpPr>
          <p:nvPr>
            <p:ph type="title"/>
          </p:nvPr>
        </p:nvSpPr>
        <p:spPr>
          <a:xfrm>
            <a:off x="572493" y="238539"/>
            <a:ext cx="11018520" cy="1434415"/>
          </a:xfrm>
        </p:spPr>
        <p:txBody>
          <a:bodyPr anchor="b">
            <a:normAutofit/>
          </a:bodyPr>
          <a:lstStyle/>
          <a:p>
            <a:r>
              <a:rPr lang="en-US" sz="5400"/>
              <a:t>Introduction</a:t>
            </a:r>
            <a:endParaRPr lang="en-US"/>
          </a:p>
        </p:txBody>
      </p:sp>
      <p:sp>
        <p:nvSpPr>
          <p:cNvPr id="11" name="sketchy line">
            <a:extLst>
              <a:ext uri="{FF2B5EF4-FFF2-40B4-BE49-F238E27FC236}">
                <a16:creationId xmlns:a16="http://schemas.microsoft.com/office/drawing/2014/main" id="{B2DD41CD-8F47-4F56-AD12-4E2FF769698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2493" y="1681544"/>
            <a:ext cx="10972800" cy="18288"/>
          </a:xfrm>
          <a:custGeom>
            <a:avLst/>
            <a:gdLst>
              <a:gd name="csX0" fmla="*/ 0 w 10972800"/>
              <a:gd name="csY0" fmla="*/ 0 h 18288"/>
              <a:gd name="csX1" fmla="*/ 356616 w 10972800"/>
              <a:gd name="csY1" fmla="*/ 0 h 18288"/>
              <a:gd name="csX2" fmla="*/ 1042416 w 10972800"/>
              <a:gd name="csY2" fmla="*/ 0 h 18288"/>
              <a:gd name="csX3" fmla="*/ 1947672 w 10972800"/>
              <a:gd name="csY3" fmla="*/ 0 h 18288"/>
              <a:gd name="csX4" fmla="*/ 2633472 w 10972800"/>
              <a:gd name="csY4" fmla="*/ 0 h 18288"/>
              <a:gd name="csX5" fmla="*/ 2990088 w 10972800"/>
              <a:gd name="csY5" fmla="*/ 0 h 18288"/>
              <a:gd name="csX6" fmla="*/ 3456432 w 10972800"/>
              <a:gd name="csY6" fmla="*/ 0 h 18288"/>
              <a:gd name="csX7" fmla="*/ 4361688 w 10972800"/>
              <a:gd name="csY7" fmla="*/ 0 h 18288"/>
              <a:gd name="csX8" fmla="*/ 5266944 w 10972800"/>
              <a:gd name="csY8" fmla="*/ 0 h 18288"/>
              <a:gd name="csX9" fmla="*/ 6172200 w 10972800"/>
              <a:gd name="csY9" fmla="*/ 0 h 18288"/>
              <a:gd name="csX10" fmla="*/ 6528816 w 10972800"/>
              <a:gd name="csY10" fmla="*/ 0 h 18288"/>
              <a:gd name="csX11" fmla="*/ 7214616 w 10972800"/>
              <a:gd name="csY11" fmla="*/ 0 h 18288"/>
              <a:gd name="csX12" fmla="*/ 7790688 w 10972800"/>
              <a:gd name="csY12" fmla="*/ 0 h 18288"/>
              <a:gd name="csX13" fmla="*/ 8147304 w 10972800"/>
              <a:gd name="csY13" fmla="*/ 0 h 18288"/>
              <a:gd name="csX14" fmla="*/ 9052560 w 10972800"/>
              <a:gd name="csY14" fmla="*/ 0 h 18288"/>
              <a:gd name="csX15" fmla="*/ 9409176 w 10972800"/>
              <a:gd name="csY15" fmla="*/ 0 h 18288"/>
              <a:gd name="csX16" fmla="*/ 9765792 w 10972800"/>
              <a:gd name="csY16" fmla="*/ 0 h 18288"/>
              <a:gd name="csX17" fmla="*/ 10341864 w 10972800"/>
              <a:gd name="csY17" fmla="*/ 0 h 18288"/>
              <a:gd name="csX18" fmla="*/ 10972800 w 10972800"/>
              <a:gd name="csY18" fmla="*/ 0 h 18288"/>
              <a:gd name="csX19" fmla="*/ 10972800 w 10972800"/>
              <a:gd name="csY19" fmla="*/ 18288 h 18288"/>
              <a:gd name="csX20" fmla="*/ 10177272 w 10972800"/>
              <a:gd name="csY20" fmla="*/ 18288 h 18288"/>
              <a:gd name="csX21" fmla="*/ 9820656 w 10972800"/>
              <a:gd name="csY21" fmla="*/ 18288 h 18288"/>
              <a:gd name="csX22" fmla="*/ 9464040 w 10972800"/>
              <a:gd name="csY22" fmla="*/ 18288 h 18288"/>
              <a:gd name="csX23" fmla="*/ 8778240 w 10972800"/>
              <a:gd name="csY23" fmla="*/ 18288 h 18288"/>
              <a:gd name="csX24" fmla="*/ 8421624 w 10972800"/>
              <a:gd name="csY24" fmla="*/ 18288 h 18288"/>
              <a:gd name="csX25" fmla="*/ 7735824 w 10972800"/>
              <a:gd name="csY25" fmla="*/ 18288 h 18288"/>
              <a:gd name="csX26" fmla="*/ 6940296 w 10972800"/>
              <a:gd name="csY26" fmla="*/ 18288 h 18288"/>
              <a:gd name="csX27" fmla="*/ 6254496 w 10972800"/>
              <a:gd name="csY27" fmla="*/ 18288 h 18288"/>
              <a:gd name="csX28" fmla="*/ 5458968 w 10972800"/>
              <a:gd name="csY28" fmla="*/ 18288 h 18288"/>
              <a:gd name="csX29" fmla="*/ 4663440 w 10972800"/>
              <a:gd name="csY29" fmla="*/ 18288 h 18288"/>
              <a:gd name="csX30" fmla="*/ 4306824 w 10972800"/>
              <a:gd name="csY30" fmla="*/ 18288 h 18288"/>
              <a:gd name="csX31" fmla="*/ 3840480 w 10972800"/>
              <a:gd name="csY31" fmla="*/ 18288 h 18288"/>
              <a:gd name="csX32" fmla="*/ 3264408 w 10972800"/>
              <a:gd name="csY32" fmla="*/ 18288 h 18288"/>
              <a:gd name="csX33" fmla="*/ 2578608 w 10972800"/>
              <a:gd name="csY33" fmla="*/ 18288 h 18288"/>
              <a:gd name="csX34" fmla="*/ 1673352 w 10972800"/>
              <a:gd name="csY34" fmla="*/ 18288 h 18288"/>
              <a:gd name="csX35" fmla="*/ 877824 w 10972800"/>
              <a:gd name="csY35" fmla="*/ 18288 h 18288"/>
              <a:gd name="csX36" fmla="*/ 0 w 10972800"/>
              <a:gd name="csY36" fmla="*/ 18288 h 18288"/>
              <a:gd name="csX37" fmla="*/ 0 w 10972800"/>
              <a:gd name="csY37"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Lst>
            <a:rect l="l" t="t" r="r" b="b"/>
            <a:pathLst>
              <a:path w="10972800" h="18288" fill="none" extrusionOk="0">
                <a:moveTo>
                  <a:pt x="0" y="0"/>
                </a:moveTo>
                <a:cubicBezTo>
                  <a:pt x="165916" y="-1866"/>
                  <a:pt x="188720" y="13756"/>
                  <a:pt x="356616" y="0"/>
                </a:cubicBezTo>
                <a:cubicBezTo>
                  <a:pt x="524512" y="-13756"/>
                  <a:pt x="734781" y="8922"/>
                  <a:pt x="1042416" y="0"/>
                </a:cubicBezTo>
                <a:cubicBezTo>
                  <a:pt x="1350051" y="-8922"/>
                  <a:pt x="1595982" y="-26315"/>
                  <a:pt x="1947672" y="0"/>
                </a:cubicBezTo>
                <a:cubicBezTo>
                  <a:pt x="2299362" y="26315"/>
                  <a:pt x="2292691" y="-19526"/>
                  <a:pt x="2633472" y="0"/>
                </a:cubicBezTo>
                <a:cubicBezTo>
                  <a:pt x="2974253" y="19526"/>
                  <a:pt x="2857309" y="10773"/>
                  <a:pt x="2990088" y="0"/>
                </a:cubicBezTo>
                <a:cubicBezTo>
                  <a:pt x="3122867" y="-10773"/>
                  <a:pt x="3359343" y="7194"/>
                  <a:pt x="3456432" y="0"/>
                </a:cubicBezTo>
                <a:cubicBezTo>
                  <a:pt x="3553521" y="-7194"/>
                  <a:pt x="4136258" y="5108"/>
                  <a:pt x="4361688" y="0"/>
                </a:cubicBezTo>
                <a:cubicBezTo>
                  <a:pt x="4587118" y="-5108"/>
                  <a:pt x="4992424" y="-42958"/>
                  <a:pt x="5266944" y="0"/>
                </a:cubicBezTo>
                <a:cubicBezTo>
                  <a:pt x="5541464" y="42958"/>
                  <a:pt x="5882966" y="-3430"/>
                  <a:pt x="6172200" y="0"/>
                </a:cubicBezTo>
                <a:cubicBezTo>
                  <a:pt x="6461434" y="3430"/>
                  <a:pt x="6432127" y="6688"/>
                  <a:pt x="6528816" y="0"/>
                </a:cubicBezTo>
                <a:cubicBezTo>
                  <a:pt x="6625505" y="-6688"/>
                  <a:pt x="6916805" y="-436"/>
                  <a:pt x="7214616" y="0"/>
                </a:cubicBezTo>
                <a:cubicBezTo>
                  <a:pt x="7512427" y="436"/>
                  <a:pt x="7626159" y="-6909"/>
                  <a:pt x="7790688" y="0"/>
                </a:cubicBezTo>
                <a:cubicBezTo>
                  <a:pt x="7955217" y="6909"/>
                  <a:pt x="8048891" y="15307"/>
                  <a:pt x="8147304" y="0"/>
                </a:cubicBezTo>
                <a:cubicBezTo>
                  <a:pt x="8245717" y="-15307"/>
                  <a:pt x="8645618" y="-11734"/>
                  <a:pt x="9052560" y="0"/>
                </a:cubicBezTo>
                <a:cubicBezTo>
                  <a:pt x="9459502" y="11734"/>
                  <a:pt x="9320584" y="8388"/>
                  <a:pt x="9409176" y="0"/>
                </a:cubicBezTo>
                <a:cubicBezTo>
                  <a:pt x="9497768" y="-8388"/>
                  <a:pt x="9644192" y="8379"/>
                  <a:pt x="9765792" y="0"/>
                </a:cubicBezTo>
                <a:cubicBezTo>
                  <a:pt x="9887392" y="-8379"/>
                  <a:pt x="10105220" y="-12663"/>
                  <a:pt x="10341864" y="0"/>
                </a:cubicBezTo>
                <a:cubicBezTo>
                  <a:pt x="10578508" y="12663"/>
                  <a:pt x="10773103" y="-5786"/>
                  <a:pt x="10972800" y="0"/>
                </a:cubicBezTo>
                <a:cubicBezTo>
                  <a:pt x="10972146" y="8818"/>
                  <a:pt x="10972240" y="13823"/>
                  <a:pt x="10972800" y="18288"/>
                </a:cubicBezTo>
                <a:cubicBezTo>
                  <a:pt x="10588778" y="31598"/>
                  <a:pt x="10543381" y="-12698"/>
                  <a:pt x="10177272" y="18288"/>
                </a:cubicBezTo>
                <a:cubicBezTo>
                  <a:pt x="9811163" y="49274"/>
                  <a:pt x="9996817" y="25662"/>
                  <a:pt x="9820656" y="18288"/>
                </a:cubicBezTo>
                <a:cubicBezTo>
                  <a:pt x="9644495" y="10914"/>
                  <a:pt x="9607007" y="31631"/>
                  <a:pt x="9464040" y="18288"/>
                </a:cubicBezTo>
                <a:cubicBezTo>
                  <a:pt x="9321073" y="4945"/>
                  <a:pt x="9114189" y="28940"/>
                  <a:pt x="8778240" y="18288"/>
                </a:cubicBezTo>
                <a:cubicBezTo>
                  <a:pt x="8442291" y="7636"/>
                  <a:pt x="8594763" y="987"/>
                  <a:pt x="8421624" y="18288"/>
                </a:cubicBezTo>
                <a:cubicBezTo>
                  <a:pt x="8248485" y="35589"/>
                  <a:pt x="7929515" y="37573"/>
                  <a:pt x="7735824" y="18288"/>
                </a:cubicBezTo>
                <a:cubicBezTo>
                  <a:pt x="7542133" y="-997"/>
                  <a:pt x="7252504" y="33858"/>
                  <a:pt x="6940296" y="18288"/>
                </a:cubicBezTo>
                <a:cubicBezTo>
                  <a:pt x="6628088" y="2718"/>
                  <a:pt x="6528503" y="48389"/>
                  <a:pt x="6254496" y="18288"/>
                </a:cubicBezTo>
                <a:cubicBezTo>
                  <a:pt x="5980489" y="-11813"/>
                  <a:pt x="5695784" y="-3740"/>
                  <a:pt x="5458968" y="18288"/>
                </a:cubicBezTo>
                <a:cubicBezTo>
                  <a:pt x="5222152" y="40316"/>
                  <a:pt x="5010751" y="19095"/>
                  <a:pt x="4663440" y="18288"/>
                </a:cubicBezTo>
                <a:cubicBezTo>
                  <a:pt x="4316129" y="17481"/>
                  <a:pt x="4425552" y="1606"/>
                  <a:pt x="4306824" y="18288"/>
                </a:cubicBezTo>
                <a:cubicBezTo>
                  <a:pt x="4188096" y="34970"/>
                  <a:pt x="3941535" y="7481"/>
                  <a:pt x="3840480" y="18288"/>
                </a:cubicBezTo>
                <a:cubicBezTo>
                  <a:pt x="3739425" y="29095"/>
                  <a:pt x="3402388" y="17641"/>
                  <a:pt x="3264408" y="18288"/>
                </a:cubicBezTo>
                <a:cubicBezTo>
                  <a:pt x="3126428" y="18935"/>
                  <a:pt x="2776779" y="9983"/>
                  <a:pt x="2578608" y="18288"/>
                </a:cubicBezTo>
                <a:cubicBezTo>
                  <a:pt x="2380437" y="26593"/>
                  <a:pt x="1909468" y="25818"/>
                  <a:pt x="1673352" y="18288"/>
                </a:cubicBezTo>
                <a:cubicBezTo>
                  <a:pt x="1437236" y="10758"/>
                  <a:pt x="1131180" y="49884"/>
                  <a:pt x="877824" y="18288"/>
                </a:cubicBezTo>
                <a:cubicBezTo>
                  <a:pt x="624468" y="-13308"/>
                  <a:pt x="206753" y="2195"/>
                  <a:pt x="0" y="18288"/>
                </a:cubicBezTo>
                <a:cubicBezTo>
                  <a:pt x="313" y="10654"/>
                  <a:pt x="-263" y="4056"/>
                  <a:pt x="0" y="0"/>
                </a:cubicBezTo>
                <a:close/>
              </a:path>
              <a:path w="10972800" h="18288" stroke="0" extrusionOk="0">
                <a:moveTo>
                  <a:pt x="0" y="0"/>
                </a:moveTo>
                <a:cubicBezTo>
                  <a:pt x="164017" y="-17675"/>
                  <a:pt x="309425" y="9913"/>
                  <a:pt x="466344" y="0"/>
                </a:cubicBezTo>
                <a:cubicBezTo>
                  <a:pt x="623263" y="-9913"/>
                  <a:pt x="659300" y="-14524"/>
                  <a:pt x="822960" y="0"/>
                </a:cubicBezTo>
                <a:cubicBezTo>
                  <a:pt x="986620" y="14524"/>
                  <a:pt x="1105222" y="-16481"/>
                  <a:pt x="1289304" y="0"/>
                </a:cubicBezTo>
                <a:cubicBezTo>
                  <a:pt x="1473386" y="16481"/>
                  <a:pt x="1693223" y="26161"/>
                  <a:pt x="1975104" y="0"/>
                </a:cubicBezTo>
                <a:cubicBezTo>
                  <a:pt x="2256985" y="-26161"/>
                  <a:pt x="2435781" y="23061"/>
                  <a:pt x="2770632" y="0"/>
                </a:cubicBezTo>
                <a:cubicBezTo>
                  <a:pt x="3105483" y="-23061"/>
                  <a:pt x="3247479" y="-44011"/>
                  <a:pt x="3675888" y="0"/>
                </a:cubicBezTo>
                <a:cubicBezTo>
                  <a:pt x="4104297" y="44011"/>
                  <a:pt x="4280918" y="4017"/>
                  <a:pt x="4581144" y="0"/>
                </a:cubicBezTo>
                <a:cubicBezTo>
                  <a:pt x="4881370" y="-4017"/>
                  <a:pt x="5021699" y="-11889"/>
                  <a:pt x="5157216" y="0"/>
                </a:cubicBezTo>
                <a:cubicBezTo>
                  <a:pt x="5292733" y="11889"/>
                  <a:pt x="5603398" y="-17698"/>
                  <a:pt x="5952744" y="0"/>
                </a:cubicBezTo>
                <a:cubicBezTo>
                  <a:pt x="6302090" y="17698"/>
                  <a:pt x="6353093" y="-11909"/>
                  <a:pt x="6638544" y="0"/>
                </a:cubicBezTo>
                <a:cubicBezTo>
                  <a:pt x="6923995" y="11909"/>
                  <a:pt x="7053404" y="21630"/>
                  <a:pt x="7214616" y="0"/>
                </a:cubicBezTo>
                <a:cubicBezTo>
                  <a:pt x="7375828" y="-21630"/>
                  <a:pt x="7837963" y="3886"/>
                  <a:pt x="8010144" y="0"/>
                </a:cubicBezTo>
                <a:cubicBezTo>
                  <a:pt x="8182325" y="-3886"/>
                  <a:pt x="8224183" y="16009"/>
                  <a:pt x="8366760" y="0"/>
                </a:cubicBezTo>
                <a:cubicBezTo>
                  <a:pt x="8509337" y="-16009"/>
                  <a:pt x="8687920" y="-5720"/>
                  <a:pt x="8942832" y="0"/>
                </a:cubicBezTo>
                <a:cubicBezTo>
                  <a:pt x="9197744" y="5720"/>
                  <a:pt x="9368437" y="20479"/>
                  <a:pt x="9628632" y="0"/>
                </a:cubicBezTo>
                <a:cubicBezTo>
                  <a:pt x="9888827" y="-20479"/>
                  <a:pt x="10560858" y="-20746"/>
                  <a:pt x="10972800" y="0"/>
                </a:cubicBezTo>
                <a:cubicBezTo>
                  <a:pt x="10972186" y="5722"/>
                  <a:pt x="10972980" y="12495"/>
                  <a:pt x="10972800" y="18288"/>
                </a:cubicBezTo>
                <a:cubicBezTo>
                  <a:pt x="10786146" y="12536"/>
                  <a:pt x="10623717" y="14033"/>
                  <a:pt x="10506456" y="18288"/>
                </a:cubicBezTo>
                <a:cubicBezTo>
                  <a:pt x="10389195" y="22543"/>
                  <a:pt x="10296178" y="20107"/>
                  <a:pt x="10149840" y="18288"/>
                </a:cubicBezTo>
                <a:cubicBezTo>
                  <a:pt x="10003502" y="16469"/>
                  <a:pt x="9767530" y="28891"/>
                  <a:pt x="9464040" y="18288"/>
                </a:cubicBezTo>
                <a:cubicBezTo>
                  <a:pt x="9160550" y="7685"/>
                  <a:pt x="9229050" y="2659"/>
                  <a:pt x="8997696" y="18288"/>
                </a:cubicBezTo>
                <a:cubicBezTo>
                  <a:pt x="8766342" y="33917"/>
                  <a:pt x="8340136" y="34864"/>
                  <a:pt x="8092440" y="18288"/>
                </a:cubicBezTo>
                <a:cubicBezTo>
                  <a:pt x="7844744" y="1712"/>
                  <a:pt x="7863720" y="27405"/>
                  <a:pt x="7735824" y="18288"/>
                </a:cubicBezTo>
                <a:cubicBezTo>
                  <a:pt x="7607928" y="9171"/>
                  <a:pt x="7323619" y="461"/>
                  <a:pt x="7050024" y="18288"/>
                </a:cubicBezTo>
                <a:cubicBezTo>
                  <a:pt x="6776429" y="36115"/>
                  <a:pt x="6787899" y="28206"/>
                  <a:pt x="6693408" y="18288"/>
                </a:cubicBezTo>
                <a:cubicBezTo>
                  <a:pt x="6598917" y="8370"/>
                  <a:pt x="6395231" y="19114"/>
                  <a:pt x="6227064" y="18288"/>
                </a:cubicBezTo>
                <a:cubicBezTo>
                  <a:pt x="6058897" y="17462"/>
                  <a:pt x="5618582" y="1091"/>
                  <a:pt x="5431536" y="18288"/>
                </a:cubicBezTo>
                <a:cubicBezTo>
                  <a:pt x="5244490" y="35485"/>
                  <a:pt x="4729797" y="-9650"/>
                  <a:pt x="4526280" y="18288"/>
                </a:cubicBezTo>
                <a:cubicBezTo>
                  <a:pt x="4322763" y="46226"/>
                  <a:pt x="4216797" y="756"/>
                  <a:pt x="4059936" y="18288"/>
                </a:cubicBezTo>
                <a:cubicBezTo>
                  <a:pt x="3903075" y="35820"/>
                  <a:pt x="3537912" y="42098"/>
                  <a:pt x="3374136" y="18288"/>
                </a:cubicBezTo>
                <a:cubicBezTo>
                  <a:pt x="3210360" y="-5522"/>
                  <a:pt x="3126842" y="39135"/>
                  <a:pt x="2907792" y="18288"/>
                </a:cubicBezTo>
                <a:cubicBezTo>
                  <a:pt x="2688742" y="-2559"/>
                  <a:pt x="2490436" y="34100"/>
                  <a:pt x="2112264" y="18288"/>
                </a:cubicBezTo>
                <a:cubicBezTo>
                  <a:pt x="1734092" y="2476"/>
                  <a:pt x="1744622" y="-7274"/>
                  <a:pt x="1536192" y="18288"/>
                </a:cubicBezTo>
                <a:cubicBezTo>
                  <a:pt x="1327762" y="43850"/>
                  <a:pt x="1189025" y="6435"/>
                  <a:pt x="1069848" y="18288"/>
                </a:cubicBezTo>
                <a:cubicBezTo>
                  <a:pt x="950671" y="30141"/>
                  <a:pt x="858345" y="33684"/>
                  <a:pt x="713232" y="18288"/>
                </a:cubicBezTo>
                <a:cubicBezTo>
                  <a:pt x="568119" y="2892"/>
                  <a:pt x="250292" y="5410"/>
                  <a:pt x="0" y="18288"/>
                </a:cubicBezTo>
                <a:cubicBezTo>
                  <a:pt x="465" y="13062"/>
                  <a:pt x="-894" y="9029"/>
                  <a:pt x="0" y="0"/>
                </a:cubicBezTo>
                <a:close/>
              </a:path>
            </a:pathLst>
          </a:custGeom>
          <a:solidFill>
            <a:schemeClr val="accent2">
              <a:alpha val="75000"/>
            </a:schemeClr>
          </a:solidFill>
          <a:ln w="44450" cap="rnd">
            <a:solidFill>
              <a:schemeClr val="accent2">
                <a:alpha val="75000"/>
              </a:schemeClr>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B2FE8DB3-5130-F82D-4A70-FEE15FD75F7B}"/>
              </a:ext>
            </a:extLst>
          </p:cNvPr>
          <p:cNvSpPr>
            <a:spLocks noGrp="1"/>
          </p:cNvSpPr>
          <p:nvPr>
            <p:ph idx="1"/>
          </p:nvPr>
        </p:nvSpPr>
        <p:spPr>
          <a:xfrm>
            <a:off x="572493" y="2071316"/>
            <a:ext cx="6713552" cy="4119172"/>
          </a:xfrm>
        </p:spPr>
        <p:txBody>
          <a:bodyPr vert="horz" lIns="91440" tIns="45720" rIns="91440" bIns="45720" rtlCol="0" anchor="t">
            <a:normAutofit/>
          </a:bodyPr>
          <a:lstStyle/>
          <a:p>
            <a:r>
              <a:rPr lang="en-US" sz="2000">
                <a:ea typeface="+mn-lt"/>
                <a:cs typeface="+mn-lt"/>
              </a:rPr>
              <a:t>Understanding hospital capacity is essential for evaluating how health systems respond to sustained pressure from infectious diseases such as COVID-19 and seasonal influenza. During periods of high transmission, hospitals face simultaneous stressors: shortages of ICU beds, limited staffing, constrained supply chains, and wide variation in patient loads across states. These factors influence not only patient outcomes but also public-health decision-making, emergency planning, and resource allocation.</a:t>
            </a:r>
            <a:endParaRPr lang="en-US" sz="2000"/>
          </a:p>
          <a:p>
            <a:r>
              <a:rPr lang="en-US" sz="2000">
                <a:ea typeface="+mn-lt"/>
                <a:cs typeface="+mn-lt"/>
              </a:rPr>
              <a:t>In this report, We analyze U.S. hospital capacity and supply-chain readiness using detailed, hospital-level public data from the U.S. Department of Health and Human Services (HHS).</a:t>
            </a:r>
          </a:p>
          <a:p>
            <a:endParaRPr lang="en-US" sz="2000"/>
          </a:p>
          <a:p>
            <a:endParaRPr lang="en-US" sz="2000"/>
          </a:p>
        </p:txBody>
      </p:sp>
      <p:pic>
        <p:nvPicPr>
          <p:cNvPr id="4" name="Picture 3" descr="Hospital Building for Healthcare Background Vector Illustration with ...">
            <a:extLst>
              <a:ext uri="{FF2B5EF4-FFF2-40B4-BE49-F238E27FC236}">
                <a16:creationId xmlns:a16="http://schemas.microsoft.com/office/drawing/2014/main" id="{8CBDCB66-8174-A01E-462E-29CB91AF34E4}"/>
              </a:ext>
            </a:extLst>
          </p:cNvPr>
          <p:cNvPicPr>
            <a:picLocks noChangeAspect="1"/>
          </p:cNvPicPr>
          <p:nvPr/>
        </p:nvPicPr>
        <p:blipFill>
          <a:blip r:embed="rId2"/>
          <a:srcRect l="14642" r="17772" b="-2"/>
          <a:stretch>
            <a:fillRect/>
          </a:stretch>
        </p:blipFill>
        <p:spPr>
          <a:xfrm>
            <a:off x="7675658" y="2093976"/>
            <a:ext cx="3941064" cy="4096512"/>
          </a:xfrm>
          <a:prstGeom prst="rect">
            <a:avLst/>
          </a:prstGeom>
        </p:spPr>
      </p:pic>
      <p:sp>
        <p:nvSpPr>
          <p:cNvPr id="5" name="TextBox 4">
            <a:extLst>
              <a:ext uri="{FF2B5EF4-FFF2-40B4-BE49-F238E27FC236}">
                <a16:creationId xmlns:a16="http://schemas.microsoft.com/office/drawing/2014/main" id="{4C7D0FBF-C798-7760-F1FC-BEF3A335EB60}"/>
              </a:ext>
            </a:extLst>
          </p:cNvPr>
          <p:cNvSpPr txBox="1"/>
          <p:nvPr/>
        </p:nvSpPr>
        <p:spPr>
          <a:xfrm>
            <a:off x="7816001" y="6339645"/>
            <a:ext cx="3734311"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t>Slide 1</a:t>
            </a:r>
          </a:p>
        </p:txBody>
      </p:sp>
    </p:spTree>
    <p:extLst>
      <p:ext uri="{BB962C8B-B14F-4D97-AF65-F5344CB8AC3E}">
        <p14:creationId xmlns:p14="http://schemas.microsoft.com/office/powerpoint/2010/main" val="178972134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DEE2AD96-B495-4E06-9291-B71706F728C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53CF6D67-C5A8-4ADD-9E8E-1E38CA1D316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638515" y="639280"/>
            <a:ext cx="6858000" cy="5579440"/>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86909FA0-B515-4681-B7A8-FA281D133B9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393206" y="395206"/>
            <a:ext cx="6346209" cy="5576080"/>
          </a:xfrm>
          <a:prstGeom prst="rect">
            <a:avLst/>
          </a:prstGeom>
          <a:gradFill>
            <a:gsLst>
              <a:gs pos="0">
                <a:srgbClr val="000000">
                  <a:alpha val="0"/>
                </a:srgbClr>
              </a:gs>
              <a:gs pos="99000">
                <a:schemeClr val="accent1">
                  <a:alpha val="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21C9FE86-FCC3-4A31-AA1C-C882262B7FE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528907" y="2818967"/>
            <a:ext cx="2501979" cy="5576080"/>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7D96243B-ECED-4B71-8E06-AE9A285EAD2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425002" y="852793"/>
            <a:ext cx="6858001" cy="5152412"/>
          </a:xfrm>
          <a:prstGeom prst="rect">
            <a:avLst/>
          </a:prstGeom>
          <a:gradFill>
            <a:gsLst>
              <a:gs pos="0">
                <a:srgbClr val="000000">
                  <a:alpha val="0"/>
                </a:srgbClr>
              </a:gs>
              <a:gs pos="99000">
                <a:schemeClr val="accent1">
                  <a:alpha val="11000"/>
                </a:scheme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A09989E4-EFDC-4A90-A633-E0525FB4139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6097846">
            <a:off x="818753" y="1128497"/>
            <a:ext cx="4318303" cy="4318303"/>
          </a:xfrm>
          <a:prstGeom prst="ellipse">
            <a:avLst/>
          </a:prstGeom>
          <a:gradFill>
            <a:gsLst>
              <a:gs pos="39000">
                <a:schemeClr val="accent1">
                  <a:alpha val="0"/>
                </a:schemeClr>
              </a:gs>
              <a:gs pos="100000">
                <a:schemeClr val="accent1">
                  <a:lumMod val="60000"/>
                  <a:lumOff val="40000"/>
                  <a:alpha val="15000"/>
                </a:schemeClr>
              </a:gs>
            </a:gsLst>
            <a:lin ang="17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636DAA7-EC09-6A6B-ED98-255DCA27D570}"/>
              </a:ext>
            </a:extLst>
          </p:cNvPr>
          <p:cNvSpPr>
            <a:spLocks noGrp="1"/>
          </p:cNvSpPr>
          <p:nvPr>
            <p:ph type="title"/>
          </p:nvPr>
        </p:nvSpPr>
        <p:spPr>
          <a:xfrm>
            <a:off x="826396" y="586855"/>
            <a:ext cx="4230100" cy="3387497"/>
          </a:xfrm>
        </p:spPr>
        <p:txBody>
          <a:bodyPr anchor="b">
            <a:normAutofit/>
          </a:bodyPr>
          <a:lstStyle/>
          <a:p>
            <a:pPr algn="r"/>
            <a:r>
              <a:rPr lang="en-US" sz="4000">
                <a:solidFill>
                  <a:srgbClr val="FFFFFF"/>
                </a:solidFill>
              </a:rPr>
              <a:t>Questions</a:t>
            </a:r>
          </a:p>
        </p:txBody>
      </p:sp>
      <p:sp>
        <p:nvSpPr>
          <p:cNvPr id="3" name="Content Placeholder 2">
            <a:extLst>
              <a:ext uri="{FF2B5EF4-FFF2-40B4-BE49-F238E27FC236}">
                <a16:creationId xmlns:a16="http://schemas.microsoft.com/office/drawing/2014/main" id="{7C3B54F7-7B48-0876-CA70-70C1DB35CE38}"/>
              </a:ext>
            </a:extLst>
          </p:cNvPr>
          <p:cNvSpPr>
            <a:spLocks noGrp="1"/>
          </p:cNvSpPr>
          <p:nvPr>
            <p:ph idx="1"/>
          </p:nvPr>
        </p:nvSpPr>
        <p:spPr>
          <a:xfrm>
            <a:off x="6503158" y="649480"/>
            <a:ext cx="4862447" cy="5546047"/>
          </a:xfrm>
        </p:spPr>
        <p:txBody>
          <a:bodyPr vert="horz" lIns="91440" tIns="45720" rIns="91440" bIns="45720" rtlCol="0" anchor="ctr">
            <a:normAutofit/>
          </a:bodyPr>
          <a:lstStyle/>
          <a:p>
            <a:pPr marL="0" indent="0">
              <a:buNone/>
            </a:pPr>
            <a:r>
              <a:rPr lang="en-US" sz="2000">
                <a:ea typeface="+mn-lt"/>
                <a:cs typeface="+mn-lt"/>
              </a:rPr>
              <a:t>How consistently were U.S. hospitals able to obtain critical supplies such as N95 masks, PPE, and ventilators during periods of high patient demand?</a:t>
            </a:r>
          </a:p>
          <a:p>
            <a:pPr marL="0" indent="0">
              <a:buNone/>
            </a:pPr>
            <a:endParaRPr lang="en-US" sz="2000"/>
          </a:p>
          <a:p>
            <a:pPr marL="0" indent="0">
              <a:buNone/>
            </a:pPr>
            <a:r>
              <a:rPr lang="en-US" sz="2000"/>
              <a:t>Were they shortages in supplies regarding  air related supplies like respirators ?</a:t>
            </a:r>
          </a:p>
          <a:p>
            <a:pPr marL="0" indent="0">
              <a:buNone/>
            </a:pPr>
            <a:endParaRPr lang="en-US" sz="2000"/>
          </a:p>
          <a:p>
            <a:pPr marL="0" indent="0">
              <a:buNone/>
            </a:pPr>
            <a:r>
              <a:rPr lang="en-US" sz="2000"/>
              <a:t>Were there enough workers to manage demand ?</a:t>
            </a:r>
          </a:p>
          <a:p>
            <a:pPr marL="0" indent="0">
              <a:buNone/>
            </a:pPr>
            <a:endParaRPr lang="en-US" sz="2000"/>
          </a:p>
        </p:txBody>
      </p:sp>
      <p:sp>
        <p:nvSpPr>
          <p:cNvPr id="5" name="TextBox 4">
            <a:extLst>
              <a:ext uri="{FF2B5EF4-FFF2-40B4-BE49-F238E27FC236}">
                <a16:creationId xmlns:a16="http://schemas.microsoft.com/office/drawing/2014/main" id="{6D4C2EB7-6A84-D1FE-DA6E-384A5F41AEAB}"/>
              </a:ext>
            </a:extLst>
          </p:cNvPr>
          <p:cNvSpPr txBox="1"/>
          <p:nvPr/>
        </p:nvSpPr>
        <p:spPr>
          <a:xfrm>
            <a:off x="7816001" y="6339645"/>
            <a:ext cx="3734311"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t>Slide 2</a:t>
            </a:r>
          </a:p>
        </p:txBody>
      </p:sp>
    </p:spTree>
    <p:extLst>
      <p:ext uri="{BB962C8B-B14F-4D97-AF65-F5344CB8AC3E}">
        <p14:creationId xmlns:p14="http://schemas.microsoft.com/office/powerpoint/2010/main" val="96091641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45D37F4E-DDB4-456B-97E0-9937730A03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1522AF2-7AD2-5E7B-06DF-140E0E201357}"/>
              </a:ext>
            </a:extLst>
          </p:cNvPr>
          <p:cNvSpPr>
            <a:spLocks noGrp="1"/>
          </p:cNvSpPr>
          <p:nvPr>
            <p:ph type="title"/>
          </p:nvPr>
        </p:nvSpPr>
        <p:spPr>
          <a:xfrm>
            <a:off x="572493" y="238539"/>
            <a:ext cx="11018520" cy="1434415"/>
          </a:xfrm>
        </p:spPr>
        <p:txBody>
          <a:bodyPr anchor="b">
            <a:normAutofit/>
          </a:bodyPr>
          <a:lstStyle/>
          <a:p>
            <a:r>
              <a:rPr lang="en-US" sz="5400"/>
              <a:t>About the Data</a:t>
            </a:r>
          </a:p>
        </p:txBody>
      </p:sp>
      <p:sp>
        <p:nvSpPr>
          <p:cNvPr id="11" name="sketchy line">
            <a:extLst>
              <a:ext uri="{FF2B5EF4-FFF2-40B4-BE49-F238E27FC236}">
                <a16:creationId xmlns:a16="http://schemas.microsoft.com/office/drawing/2014/main" id="{B2DD41CD-8F47-4F56-AD12-4E2FF769698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2493" y="1681544"/>
            <a:ext cx="10972800" cy="18288"/>
          </a:xfrm>
          <a:custGeom>
            <a:avLst/>
            <a:gdLst>
              <a:gd name="csX0" fmla="*/ 0 w 10972800"/>
              <a:gd name="csY0" fmla="*/ 0 h 18288"/>
              <a:gd name="csX1" fmla="*/ 356616 w 10972800"/>
              <a:gd name="csY1" fmla="*/ 0 h 18288"/>
              <a:gd name="csX2" fmla="*/ 1042416 w 10972800"/>
              <a:gd name="csY2" fmla="*/ 0 h 18288"/>
              <a:gd name="csX3" fmla="*/ 1947672 w 10972800"/>
              <a:gd name="csY3" fmla="*/ 0 h 18288"/>
              <a:gd name="csX4" fmla="*/ 2633472 w 10972800"/>
              <a:gd name="csY4" fmla="*/ 0 h 18288"/>
              <a:gd name="csX5" fmla="*/ 2990088 w 10972800"/>
              <a:gd name="csY5" fmla="*/ 0 h 18288"/>
              <a:gd name="csX6" fmla="*/ 3456432 w 10972800"/>
              <a:gd name="csY6" fmla="*/ 0 h 18288"/>
              <a:gd name="csX7" fmla="*/ 4361688 w 10972800"/>
              <a:gd name="csY7" fmla="*/ 0 h 18288"/>
              <a:gd name="csX8" fmla="*/ 5266944 w 10972800"/>
              <a:gd name="csY8" fmla="*/ 0 h 18288"/>
              <a:gd name="csX9" fmla="*/ 6172200 w 10972800"/>
              <a:gd name="csY9" fmla="*/ 0 h 18288"/>
              <a:gd name="csX10" fmla="*/ 6528816 w 10972800"/>
              <a:gd name="csY10" fmla="*/ 0 h 18288"/>
              <a:gd name="csX11" fmla="*/ 7214616 w 10972800"/>
              <a:gd name="csY11" fmla="*/ 0 h 18288"/>
              <a:gd name="csX12" fmla="*/ 7790688 w 10972800"/>
              <a:gd name="csY12" fmla="*/ 0 h 18288"/>
              <a:gd name="csX13" fmla="*/ 8147304 w 10972800"/>
              <a:gd name="csY13" fmla="*/ 0 h 18288"/>
              <a:gd name="csX14" fmla="*/ 9052560 w 10972800"/>
              <a:gd name="csY14" fmla="*/ 0 h 18288"/>
              <a:gd name="csX15" fmla="*/ 9409176 w 10972800"/>
              <a:gd name="csY15" fmla="*/ 0 h 18288"/>
              <a:gd name="csX16" fmla="*/ 9765792 w 10972800"/>
              <a:gd name="csY16" fmla="*/ 0 h 18288"/>
              <a:gd name="csX17" fmla="*/ 10341864 w 10972800"/>
              <a:gd name="csY17" fmla="*/ 0 h 18288"/>
              <a:gd name="csX18" fmla="*/ 10972800 w 10972800"/>
              <a:gd name="csY18" fmla="*/ 0 h 18288"/>
              <a:gd name="csX19" fmla="*/ 10972800 w 10972800"/>
              <a:gd name="csY19" fmla="*/ 18288 h 18288"/>
              <a:gd name="csX20" fmla="*/ 10177272 w 10972800"/>
              <a:gd name="csY20" fmla="*/ 18288 h 18288"/>
              <a:gd name="csX21" fmla="*/ 9820656 w 10972800"/>
              <a:gd name="csY21" fmla="*/ 18288 h 18288"/>
              <a:gd name="csX22" fmla="*/ 9464040 w 10972800"/>
              <a:gd name="csY22" fmla="*/ 18288 h 18288"/>
              <a:gd name="csX23" fmla="*/ 8778240 w 10972800"/>
              <a:gd name="csY23" fmla="*/ 18288 h 18288"/>
              <a:gd name="csX24" fmla="*/ 8421624 w 10972800"/>
              <a:gd name="csY24" fmla="*/ 18288 h 18288"/>
              <a:gd name="csX25" fmla="*/ 7735824 w 10972800"/>
              <a:gd name="csY25" fmla="*/ 18288 h 18288"/>
              <a:gd name="csX26" fmla="*/ 6940296 w 10972800"/>
              <a:gd name="csY26" fmla="*/ 18288 h 18288"/>
              <a:gd name="csX27" fmla="*/ 6254496 w 10972800"/>
              <a:gd name="csY27" fmla="*/ 18288 h 18288"/>
              <a:gd name="csX28" fmla="*/ 5458968 w 10972800"/>
              <a:gd name="csY28" fmla="*/ 18288 h 18288"/>
              <a:gd name="csX29" fmla="*/ 4663440 w 10972800"/>
              <a:gd name="csY29" fmla="*/ 18288 h 18288"/>
              <a:gd name="csX30" fmla="*/ 4306824 w 10972800"/>
              <a:gd name="csY30" fmla="*/ 18288 h 18288"/>
              <a:gd name="csX31" fmla="*/ 3840480 w 10972800"/>
              <a:gd name="csY31" fmla="*/ 18288 h 18288"/>
              <a:gd name="csX32" fmla="*/ 3264408 w 10972800"/>
              <a:gd name="csY32" fmla="*/ 18288 h 18288"/>
              <a:gd name="csX33" fmla="*/ 2578608 w 10972800"/>
              <a:gd name="csY33" fmla="*/ 18288 h 18288"/>
              <a:gd name="csX34" fmla="*/ 1673352 w 10972800"/>
              <a:gd name="csY34" fmla="*/ 18288 h 18288"/>
              <a:gd name="csX35" fmla="*/ 877824 w 10972800"/>
              <a:gd name="csY35" fmla="*/ 18288 h 18288"/>
              <a:gd name="csX36" fmla="*/ 0 w 10972800"/>
              <a:gd name="csY36" fmla="*/ 18288 h 18288"/>
              <a:gd name="csX37" fmla="*/ 0 w 10972800"/>
              <a:gd name="csY37"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Lst>
            <a:rect l="l" t="t" r="r" b="b"/>
            <a:pathLst>
              <a:path w="10972800" h="18288" fill="none" extrusionOk="0">
                <a:moveTo>
                  <a:pt x="0" y="0"/>
                </a:moveTo>
                <a:cubicBezTo>
                  <a:pt x="165916" y="-1866"/>
                  <a:pt x="188720" y="13756"/>
                  <a:pt x="356616" y="0"/>
                </a:cubicBezTo>
                <a:cubicBezTo>
                  <a:pt x="524512" y="-13756"/>
                  <a:pt x="734781" y="8922"/>
                  <a:pt x="1042416" y="0"/>
                </a:cubicBezTo>
                <a:cubicBezTo>
                  <a:pt x="1350051" y="-8922"/>
                  <a:pt x="1595982" y="-26315"/>
                  <a:pt x="1947672" y="0"/>
                </a:cubicBezTo>
                <a:cubicBezTo>
                  <a:pt x="2299362" y="26315"/>
                  <a:pt x="2292691" y="-19526"/>
                  <a:pt x="2633472" y="0"/>
                </a:cubicBezTo>
                <a:cubicBezTo>
                  <a:pt x="2974253" y="19526"/>
                  <a:pt x="2857309" y="10773"/>
                  <a:pt x="2990088" y="0"/>
                </a:cubicBezTo>
                <a:cubicBezTo>
                  <a:pt x="3122867" y="-10773"/>
                  <a:pt x="3359343" y="7194"/>
                  <a:pt x="3456432" y="0"/>
                </a:cubicBezTo>
                <a:cubicBezTo>
                  <a:pt x="3553521" y="-7194"/>
                  <a:pt x="4136258" y="5108"/>
                  <a:pt x="4361688" y="0"/>
                </a:cubicBezTo>
                <a:cubicBezTo>
                  <a:pt x="4587118" y="-5108"/>
                  <a:pt x="4992424" y="-42958"/>
                  <a:pt x="5266944" y="0"/>
                </a:cubicBezTo>
                <a:cubicBezTo>
                  <a:pt x="5541464" y="42958"/>
                  <a:pt x="5882966" y="-3430"/>
                  <a:pt x="6172200" y="0"/>
                </a:cubicBezTo>
                <a:cubicBezTo>
                  <a:pt x="6461434" y="3430"/>
                  <a:pt x="6432127" y="6688"/>
                  <a:pt x="6528816" y="0"/>
                </a:cubicBezTo>
                <a:cubicBezTo>
                  <a:pt x="6625505" y="-6688"/>
                  <a:pt x="6916805" y="-436"/>
                  <a:pt x="7214616" y="0"/>
                </a:cubicBezTo>
                <a:cubicBezTo>
                  <a:pt x="7512427" y="436"/>
                  <a:pt x="7626159" y="-6909"/>
                  <a:pt x="7790688" y="0"/>
                </a:cubicBezTo>
                <a:cubicBezTo>
                  <a:pt x="7955217" y="6909"/>
                  <a:pt x="8048891" y="15307"/>
                  <a:pt x="8147304" y="0"/>
                </a:cubicBezTo>
                <a:cubicBezTo>
                  <a:pt x="8245717" y="-15307"/>
                  <a:pt x="8645618" y="-11734"/>
                  <a:pt x="9052560" y="0"/>
                </a:cubicBezTo>
                <a:cubicBezTo>
                  <a:pt x="9459502" y="11734"/>
                  <a:pt x="9320584" y="8388"/>
                  <a:pt x="9409176" y="0"/>
                </a:cubicBezTo>
                <a:cubicBezTo>
                  <a:pt x="9497768" y="-8388"/>
                  <a:pt x="9644192" y="8379"/>
                  <a:pt x="9765792" y="0"/>
                </a:cubicBezTo>
                <a:cubicBezTo>
                  <a:pt x="9887392" y="-8379"/>
                  <a:pt x="10105220" y="-12663"/>
                  <a:pt x="10341864" y="0"/>
                </a:cubicBezTo>
                <a:cubicBezTo>
                  <a:pt x="10578508" y="12663"/>
                  <a:pt x="10773103" y="-5786"/>
                  <a:pt x="10972800" y="0"/>
                </a:cubicBezTo>
                <a:cubicBezTo>
                  <a:pt x="10972146" y="8818"/>
                  <a:pt x="10972240" y="13823"/>
                  <a:pt x="10972800" y="18288"/>
                </a:cubicBezTo>
                <a:cubicBezTo>
                  <a:pt x="10588778" y="31598"/>
                  <a:pt x="10543381" y="-12698"/>
                  <a:pt x="10177272" y="18288"/>
                </a:cubicBezTo>
                <a:cubicBezTo>
                  <a:pt x="9811163" y="49274"/>
                  <a:pt x="9996817" y="25662"/>
                  <a:pt x="9820656" y="18288"/>
                </a:cubicBezTo>
                <a:cubicBezTo>
                  <a:pt x="9644495" y="10914"/>
                  <a:pt x="9607007" y="31631"/>
                  <a:pt x="9464040" y="18288"/>
                </a:cubicBezTo>
                <a:cubicBezTo>
                  <a:pt x="9321073" y="4945"/>
                  <a:pt x="9114189" y="28940"/>
                  <a:pt x="8778240" y="18288"/>
                </a:cubicBezTo>
                <a:cubicBezTo>
                  <a:pt x="8442291" y="7636"/>
                  <a:pt x="8594763" y="987"/>
                  <a:pt x="8421624" y="18288"/>
                </a:cubicBezTo>
                <a:cubicBezTo>
                  <a:pt x="8248485" y="35589"/>
                  <a:pt x="7929515" y="37573"/>
                  <a:pt x="7735824" y="18288"/>
                </a:cubicBezTo>
                <a:cubicBezTo>
                  <a:pt x="7542133" y="-997"/>
                  <a:pt x="7252504" y="33858"/>
                  <a:pt x="6940296" y="18288"/>
                </a:cubicBezTo>
                <a:cubicBezTo>
                  <a:pt x="6628088" y="2718"/>
                  <a:pt x="6528503" y="48389"/>
                  <a:pt x="6254496" y="18288"/>
                </a:cubicBezTo>
                <a:cubicBezTo>
                  <a:pt x="5980489" y="-11813"/>
                  <a:pt x="5695784" y="-3740"/>
                  <a:pt x="5458968" y="18288"/>
                </a:cubicBezTo>
                <a:cubicBezTo>
                  <a:pt x="5222152" y="40316"/>
                  <a:pt x="5010751" y="19095"/>
                  <a:pt x="4663440" y="18288"/>
                </a:cubicBezTo>
                <a:cubicBezTo>
                  <a:pt x="4316129" y="17481"/>
                  <a:pt x="4425552" y="1606"/>
                  <a:pt x="4306824" y="18288"/>
                </a:cubicBezTo>
                <a:cubicBezTo>
                  <a:pt x="4188096" y="34970"/>
                  <a:pt x="3941535" y="7481"/>
                  <a:pt x="3840480" y="18288"/>
                </a:cubicBezTo>
                <a:cubicBezTo>
                  <a:pt x="3739425" y="29095"/>
                  <a:pt x="3402388" y="17641"/>
                  <a:pt x="3264408" y="18288"/>
                </a:cubicBezTo>
                <a:cubicBezTo>
                  <a:pt x="3126428" y="18935"/>
                  <a:pt x="2776779" y="9983"/>
                  <a:pt x="2578608" y="18288"/>
                </a:cubicBezTo>
                <a:cubicBezTo>
                  <a:pt x="2380437" y="26593"/>
                  <a:pt x="1909468" y="25818"/>
                  <a:pt x="1673352" y="18288"/>
                </a:cubicBezTo>
                <a:cubicBezTo>
                  <a:pt x="1437236" y="10758"/>
                  <a:pt x="1131180" y="49884"/>
                  <a:pt x="877824" y="18288"/>
                </a:cubicBezTo>
                <a:cubicBezTo>
                  <a:pt x="624468" y="-13308"/>
                  <a:pt x="206753" y="2195"/>
                  <a:pt x="0" y="18288"/>
                </a:cubicBezTo>
                <a:cubicBezTo>
                  <a:pt x="313" y="10654"/>
                  <a:pt x="-263" y="4056"/>
                  <a:pt x="0" y="0"/>
                </a:cubicBezTo>
                <a:close/>
              </a:path>
              <a:path w="10972800" h="18288" stroke="0" extrusionOk="0">
                <a:moveTo>
                  <a:pt x="0" y="0"/>
                </a:moveTo>
                <a:cubicBezTo>
                  <a:pt x="164017" y="-17675"/>
                  <a:pt x="309425" y="9913"/>
                  <a:pt x="466344" y="0"/>
                </a:cubicBezTo>
                <a:cubicBezTo>
                  <a:pt x="623263" y="-9913"/>
                  <a:pt x="659300" y="-14524"/>
                  <a:pt x="822960" y="0"/>
                </a:cubicBezTo>
                <a:cubicBezTo>
                  <a:pt x="986620" y="14524"/>
                  <a:pt x="1105222" y="-16481"/>
                  <a:pt x="1289304" y="0"/>
                </a:cubicBezTo>
                <a:cubicBezTo>
                  <a:pt x="1473386" y="16481"/>
                  <a:pt x="1693223" y="26161"/>
                  <a:pt x="1975104" y="0"/>
                </a:cubicBezTo>
                <a:cubicBezTo>
                  <a:pt x="2256985" y="-26161"/>
                  <a:pt x="2435781" y="23061"/>
                  <a:pt x="2770632" y="0"/>
                </a:cubicBezTo>
                <a:cubicBezTo>
                  <a:pt x="3105483" y="-23061"/>
                  <a:pt x="3247479" y="-44011"/>
                  <a:pt x="3675888" y="0"/>
                </a:cubicBezTo>
                <a:cubicBezTo>
                  <a:pt x="4104297" y="44011"/>
                  <a:pt x="4280918" y="4017"/>
                  <a:pt x="4581144" y="0"/>
                </a:cubicBezTo>
                <a:cubicBezTo>
                  <a:pt x="4881370" y="-4017"/>
                  <a:pt x="5021699" y="-11889"/>
                  <a:pt x="5157216" y="0"/>
                </a:cubicBezTo>
                <a:cubicBezTo>
                  <a:pt x="5292733" y="11889"/>
                  <a:pt x="5603398" y="-17698"/>
                  <a:pt x="5952744" y="0"/>
                </a:cubicBezTo>
                <a:cubicBezTo>
                  <a:pt x="6302090" y="17698"/>
                  <a:pt x="6353093" y="-11909"/>
                  <a:pt x="6638544" y="0"/>
                </a:cubicBezTo>
                <a:cubicBezTo>
                  <a:pt x="6923995" y="11909"/>
                  <a:pt x="7053404" y="21630"/>
                  <a:pt x="7214616" y="0"/>
                </a:cubicBezTo>
                <a:cubicBezTo>
                  <a:pt x="7375828" y="-21630"/>
                  <a:pt x="7837963" y="3886"/>
                  <a:pt x="8010144" y="0"/>
                </a:cubicBezTo>
                <a:cubicBezTo>
                  <a:pt x="8182325" y="-3886"/>
                  <a:pt x="8224183" y="16009"/>
                  <a:pt x="8366760" y="0"/>
                </a:cubicBezTo>
                <a:cubicBezTo>
                  <a:pt x="8509337" y="-16009"/>
                  <a:pt x="8687920" y="-5720"/>
                  <a:pt x="8942832" y="0"/>
                </a:cubicBezTo>
                <a:cubicBezTo>
                  <a:pt x="9197744" y="5720"/>
                  <a:pt x="9368437" y="20479"/>
                  <a:pt x="9628632" y="0"/>
                </a:cubicBezTo>
                <a:cubicBezTo>
                  <a:pt x="9888827" y="-20479"/>
                  <a:pt x="10560858" y="-20746"/>
                  <a:pt x="10972800" y="0"/>
                </a:cubicBezTo>
                <a:cubicBezTo>
                  <a:pt x="10972186" y="5722"/>
                  <a:pt x="10972980" y="12495"/>
                  <a:pt x="10972800" y="18288"/>
                </a:cubicBezTo>
                <a:cubicBezTo>
                  <a:pt x="10786146" y="12536"/>
                  <a:pt x="10623717" y="14033"/>
                  <a:pt x="10506456" y="18288"/>
                </a:cubicBezTo>
                <a:cubicBezTo>
                  <a:pt x="10389195" y="22543"/>
                  <a:pt x="10296178" y="20107"/>
                  <a:pt x="10149840" y="18288"/>
                </a:cubicBezTo>
                <a:cubicBezTo>
                  <a:pt x="10003502" y="16469"/>
                  <a:pt x="9767530" y="28891"/>
                  <a:pt x="9464040" y="18288"/>
                </a:cubicBezTo>
                <a:cubicBezTo>
                  <a:pt x="9160550" y="7685"/>
                  <a:pt x="9229050" y="2659"/>
                  <a:pt x="8997696" y="18288"/>
                </a:cubicBezTo>
                <a:cubicBezTo>
                  <a:pt x="8766342" y="33917"/>
                  <a:pt x="8340136" y="34864"/>
                  <a:pt x="8092440" y="18288"/>
                </a:cubicBezTo>
                <a:cubicBezTo>
                  <a:pt x="7844744" y="1712"/>
                  <a:pt x="7863720" y="27405"/>
                  <a:pt x="7735824" y="18288"/>
                </a:cubicBezTo>
                <a:cubicBezTo>
                  <a:pt x="7607928" y="9171"/>
                  <a:pt x="7323619" y="461"/>
                  <a:pt x="7050024" y="18288"/>
                </a:cubicBezTo>
                <a:cubicBezTo>
                  <a:pt x="6776429" y="36115"/>
                  <a:pt x="6787899" y="28206"/>
                  <a:pt x="6693408" y="18288"/>
                </a:cubicBezTo>
                <a:cubicBezTo>
                  <a:pt x="6598917" y="8370"/>
                  <a:pt x="6395231" y="19114"/>
                  <a:pt x="6227064" y="18288"/>
                </a:cubicBezTo>
                <a:cubicBezTo>
                  <a:pt x="6058897" y="17462"/>
                  <a:pt x="5618582" y="1091"/>
                  <a:pt x="5431536" y="18288"/>
                </a:cubicBezTo>
                <a:cubicBezTo>
                  <a:pt x="5244490" y="35485"/>
                  <a:pt x="4729797" y="-9650"/>
                  <a:pt x="4526280" y="18288"/>
                </a:cubicBezTo>
                <a:cubicBezTo>
                  <a:pt x="4322763" y="46226"/>
                  <a:pt x="4216797" y="756"/>
                  <a:pt x="4059936" y="18288"/>
                </a:cubicBezTo>
                <a:cubicBezTo>
                  <a:pt x="3903075" y="35820"/>
                  <a:pt x="3537912" y="42098"/>
                  <a:pt x="3374136" y="18288"/>
                </a:cubicBezTo>
                <a:cubicBezTo>
                  <a:pt x="3210360" y="-5522"/>
                  <a:pt x="3126842" y="39135"/>
                  <a:pt x="2907792" y="18288"/>
                </a:cubicBezTo>
                <a:cubicBezTo>
                  <a:pt x="2688742" y="-2559"/>
                  <a:pt x="2490436" y="34100"/>
                  <a:pt x="2112264" y="18288"/>
                </a:cubicBezTo>
                <a:cubicBezTo>
                  <a:pt x="1734092" y="2476"/>
                  <a:pt x="1744622" y="-7274"/>
                  <a:pt x="1536192" y="18288"/>
                </a:cubicBezTo>
                <a:cubicBezTo>
                  <a:pt x="1327762" y="43850"/>
                  <a:pt x="1189025" y="6435"/>
                  <a:pt x="1069848" y="18288"/>
                </a:cubicBezTo>
                <a:cubicBezTo>
                  <a:pt x="950671" y="30141"/>
                  <a:pt x="858345" y="33684"/>
                  <a:pt x="713232" y="18288"/>
                </a:cubicBezTo>
                <a:cubicBezTo>
                  <a:pt x="568119" y="2892"/>
                  <a:pt x="250292" y="5410"/>
                  <a:pt x="0" y="18288"/>
                </a:cubicBezTo>
                <a:cubicBezTo>
                  <a:pt x="465" y="13062"/>
                  <a:pt x="-894" y="9029"/>
                  <a:pt x="0" y="0"/>
                </a:cubicBezTo>
                <a:close/>
              </a:path>
            </a:pathLst>
          </a:custGeom>
          <a:solidFill>
            <a:schemeClr val="accent2">
              <a:alpha val="75000"/>
            </a:schemeClr>
          </a:solidFill>
          <a:ln w="44450" cap="rnd">
            <a:solidFill>
              <a:schemeClr val="accent2">
                <a:alpha val="75000"/>
              </a:schemeClr>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FC4DDB29-9AF3-C1CD-5A98-F4C3B50DC246}"/>
              </a:ext>
            </a:extLst>
          </p:cNvPr>
          <p:cNvSpPr>
            <a:spLocks noGrp="1"/>
          </p:cNvSpPr>
          <p:nvPr>
            <p:ph idx="1"/>
          </p:nvPr>
        </p:nvSpPr>
        <p:spPr>
          <a:xfrm>
            <a:off x="572493" y="2071316"/>
            <a:ext cx="6713552" cy="4119172"/>
          </a:xfrm>
        </p:spPr>
        <p:txBody>
          <a:bodyPr vert="horz" lIns="91440" tIns="45720" rIns="91440" bIns="45720" rtlCol="0" anchor="t">
            <a:normAutofit lnSpcReduction="10000"/>
          </a:bodyPr>
          <a:lstStyle/>
          <a:p>
            <a:r>
              <a:rPr lang="en-US" sz="1900">
                <a:ea typeface="+mn-lt"/>
                <a:cs typeface="+mn-lt"/>
              </a:rPr>
              <a:t>This dataset contains hospital reporting completeness information collected weekly by the U.S. Department of Health and Human Services (HHS). All hospitals licensed to provide 24-hour care in the United States are required to submit operational and capacity data that support the federal response to COVID-19. The reporting period covers Friday through Thursday, and each row represents a single hospital’s submission for that week.</a:t>
            </a:r>
            <a:endParaRPr lang="en-US" sz="1900"/>
          </a:p>
          <a:p>
            <a:r>
              <a:rPr lang="en-US" sz="1900">
                <a:ea typeface="+mn-lt"/>
                <a:cs typeface="+mn-lt"/>
              </a:rPr>
              <a:t>This information is essential for monitoring national hospital capacity, supply readiness, and the overall quality of data used in federal decision-making. Publishing these reports increases transparency and helps ensure hospitals are consistently providing the critical information needed for situational awareness and emergency planning.</a:t>
            </a:r>
            <a:endParaRPr lang="en-US" sz="1900"/>
          </a:p>
          <a:p>
            <a:r>
              <a:rPr lang="en-US" sz="1900"/>
              <a:t>Reporting was the weekend of 2024-04-20</a:t>
            </a:r>
          </a:p>
          <a:p>
            <a:pPr marL="0" indent="0">
              <a:buNone/>
            </a:pPr>
            <a:endParaRPr lang="en-US" sz="1900"/>
          </a:p>
        </p:txBody>
      </p:sp>
      <p:pic>
        <p:nvPicPr>
          <p:cNvPr id="4" name="Picture 3" descr="The Benefits and Challenges of Data and Analytics in Healthcare - The ...">
            <a:extLst>
              <a:ext uri="{FF2B5EF4-FFF2-40B4-BE49-F238E27FC236}">
                <a16:creationId xmlns:a16="http://schemas.microsoft.com/office/drawing/2014/main" id="{992CFDC4-E43E-4D36-C12C-1E46E6410BDF}"/>
              </a:ext>
            </a:extLst>
          </p:cNvPr>
          <p:cNvPicPr>
            <a:picLocks noChangeAspect="1"/>
          </p:cNvPicPr>
          <p:nvPr/>
        </p:nvPicPr>
        <p:blipFill>
          <a:blip r:embed="rId2"/>
          <a:srcRect l="25749" r="10035" b="2"/>
          <a:stretch>
            <a:fillRect/>
          </a:stretch>
        </p:blipFill>
        <p:spPr>
          <a:xfrm>
            <a:off x="7675658" y="2093976"/>
            <a:ext cx="3941064" cy="4096512"/>
          </a:xfrm>
          <a:prstGeom prst="rect">
            <a:avLst/>
          </a:prstGeom>
        </p:spPr>
      </p:pic>
      <p:sp>
        <p:nvSpPr>
          <p:cNvPr id="6" name="TextBox 5">
            <a:extLst>
              <a:ext uri="{FF2B5EF4-FFF2-40B4-BE49-F238E27FC236}">
                <a16:creationId xmlns:a16="http://schemas.microsoft.com/office/drawing/2014/main" id="{23E93F36-47AB-3B1C-B187-FECE5E6260DE}"/>
              </a:ext>
            </a:extLst>
          </p:cNvPr>
          <p:cNvSpPr txBox="1"/>
          <p:nvPr/>
        </p:nvSpPr>
        <p:spPr>
          <a:xfrm>
            <a:off x="7816001" y="6339645"/>
            <a:ext cx="3734311"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t>Slide 3</a:t>
            </a:r>
          </a:p>
        </p:txBody>
      </p:sp>
    </p:spTree>
    <p:extLst>
      <p:ext uri="{BB962C8B-B14F-4D97-AF65-F5344CB8AC3E}">
        <p14:creationId xmlns:p14="http://schemas.microsoft.com/office/powerpoint/2010/main" val="42103721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45D37F4E-DDB4-456B-97E0-9937730A03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5972727-982A-D12F-72CF-0168F998D499}"/>
              </a:ext>
            </a:extLst>
          </p:cNvPr>
          <p:cNvSpPr>
            <a:spLocks noGrp="1"/>
          </p:cNvSpPr>
          <p:nvPr>
            <p:ph type="title"/>
          </p:nvPr>
        </p:nvSpPr>
        <p:spPr>
          <a:xfrm>
            <a:off x="572493" y="238539"/>
            <a:ext cx="11018520" cy="1434415"/>
          </a:xfrm>
        </p:spPr>
        <p:txBody>
          <a:bodyPr anchor="b">
            <a:normAutofit/>
          </a:bodyPr>
          <a:lstStyle/>
          <a:p>
            <a:r>
              <a:rPr lang="en-US" sz="5400"/>
              <a:t>Data Cleaning</a:t>
            </a:r>
          </a:p>
        </p:txBody>
      </p:sp>
      <p:sp>
        <p:nvSpPr>
          <p:cNvPr id="11" name="sketchy line">
            <a:extLst>
              <a:ext uri="{FF2B5EF4-FFF2-40B4-BE49-F238E27FC236}">
                <a16:creationId xmlns:a16="http://schemas.microsoft.com/office/drawing/2014/main" id="{B2DD41CD-8F47-4F56-AD12-4E2FF769698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2493" y="1681544"/>
            <a:ext cx="10972800" cy="18288"/>
          </a:xfrm>
          <a:custGeom>
            <a:avLst/>
            <a:gdLst>
              <a:gd name="csX0" fmla="*/ 0 w 10972800"/>
              <a:gd name="csY0" fmla="*/ 0 h 18288"/>
              <a:gd name="csX1" fmla="*/ 356616 w 10972800"/>
              <a:gd name="csY1" fmla="*/ 0 h 18288"/>
              <a:gd name="csX2" fmla="*/ 1042416 w 10972800"/>
              <a:gd name="csY2" fmla="*/ 0 h 18288"/>
              <a:gd name="csX3" fmla="*/ 1947672 w 10972800"/>
              <a:gd name="csY3" fmla="*/ 0 h 18288"/>
              <a:gd name="csX4" fmla="*/ 2633472 w 10972800"/>
              <a:gd name="csY4" fmla="*/ 0 h 18288"/>
              <a:gd name="csX5" fmla="*/ 2990088 w 10972800"/>
              <a:gd name="csY5" fmla="*/ 0 h 18288"/>
              <a:gd name="csX6" fmla="*/ 3456432 w 10972800"/>
              <a:gd name="csY6" fmla="*/ 0 h 18288"/>
              <a:gd name="csX7" fmla="*/ 4361688 w 10972800"/>
              <a:gd name="csY7" fmla="*/ 0 h 18288"/>
              <a:gd name="csX8" fmla="*/ 5266944 w 10972800"/>
              <a:gd name="csY8" fmla="*/ 0 h 18288"/>
              <a:gd name="csX9" fmla="*/ 6172200 w 10972800"/>
              <a:gd name="csY9" fmla="*/ 0 h 18288"/>
              <a:gd name="csX10" fmla="*/ 6528816 w 10972800"/>
              <a:gd name="csY10" fmla="*/ 0 h 18288"/>
              <a:gd name="csX11" fmla="*/ 7214616 w 10972800"/>
              <a:gd name="csY11" fmla="*/ 0 h 18288"/>
              <a:gd name="csX12" fmla="*/ 7790688 w 10972800"/>
              <a:gd name="csY12" fmla="*/ 0 h 18288"/>
              <a:gd name="csX13" fmla="*/ 8147304 w 10972800"/>
              <a:gd name="csY13" fmla="*/ 0 h 18288"/>
              <a:gd name="csX14" fmla="*/ 9052560 w 10972800"/>
              <a:gd name="csY14" fmla="*/ 0 h 18288"/>
              <a:gd name="csX15" fmla="*/ 9409176 w 10972800"/>
              <a:gd name="csY15" fmla="*/ 0 h 18288"/>
              <a:gd name="csX16" fmla="*/ 9765792 w 10972800"/>
              <a:gd name="csY16" fmla="*/ 0 h 18288"/>
              <a:gd name="csX17" fmla="*/ 10341864 w 10972800"/>
              <a:gd name="csY17" fmla="*/ 0 h 18288"/>
              <a:gd name="csX18" fmla="*/ 10972800 w 10972800"/>
              <a:gd name="csY18" fmla="*/ 0 h 18288"/>
              <a:gd name="csX19" fmla="*/ 10972800 w 10972800"/>
              <a:gd name="csY19" fmla="*/ 18288 h 18288"/>
              <a:gd name="csX20" fmla="*/ 10177272 w 10972800"/>
              <a:gd name="csY20" fmla="*/ 18288 h 18288"/>
              <a:gd name="csX21" fmla="*/ 9820656 w 10972800"/>
              <a:gd name="csY21" fmla="*/ 18288 h 18288"/>
              <a:gd name="csX22" fmla="*/ 9464040 w 10972800"/>
              <a:gd name="csY22" fmla="*/ 18288 h 18288"/>
              <a:gd name="csX23" fmla="*/ 8778240 w 10972800"/>
              <a:gd name="csY23" fmla="*/ 18288 h 18288"/>
              <a:gd name="csX24" fmla="*/ 8421624 w 10972800"/>
              <a:gd name="csY24" fmla="*/ 18288 h 18288"/>
              <a:gd name="csX25" fmla="*/ 7735824 w 10972800"/>
              <a:gd name="csY25" fmla="*/ 18288 h 18288"/>
              <a:gd name="csX26" fmla="*/ 6940296 w 10972800"/>
              <a:gd name="csY26" fmla="*/ 18288 h 18288"/>
              <a:gd name="csX27" fmla="*/ 6254496 w 10972800"/>
              <a:gd name="csY27" fmla="*/ 18288 h 18288"/>
              <a:gd name="csX28" fmla="*/ 5458968 w 10972800"/>
              <a:gd name="csY28" fmla="*/ 18288 h 18288"/>
              <a:gd name="csX29" fmla="*/ 4663440 w 10972800"/>
              <a:gd name="csY29" fmla="*/ 18288 h 18288"/>
              <a:gd name="csX30" fmla="*/ 4306824 w 10972800"/>
              <a:gd name="csY30" fmla="*/ 18288 h 18288"/>
              <a:gd name="csX31" fmla="*/ 3840480 w 10972800"/>
              <a:gd name="csY31" fmla="*/ 18288 h 18288"/>
              <a:gd name="csX32" fmla="*/ 3264408 w 10972800"/>
              <a:gd name="csY32" fmla="*/ 18288 h 18288"/>
              <a:gd name="csX33" fmla="*/ 2578608 w 10972800"/>
              <a:gd name="csY33" fmla="*/ 18288 h 18288"/>
              <a:gd name="csX34" fmla="*/ 1673352 w 10972800"/>
              <a:gd name="csY34" fmla="*/ 18288 h 18288"/>
              <a:gd name="csX35" fmla="*/ 877824 w 10972800"/>
              <a:gd name="csY35" fmla="*/ 18288 h 18288"/>
              <a:gd name="csX36" fmla="*/ 0 w 10972800"/>
              <a:gd name="csY36" fmla="*/ 18288 h 18288"/>
              <a:gd name="csX37" fmla="*/ 0 w 10972800"/>
              <a:gd name="csY37"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Lst>
            <a:rect l="l" t="t" r="r" b="b"/>
            <a:pathLst>
              <a:path w="10972800" h="18288" fill="none" extrusionOk="0">
                <a:moveTo>
                  <a:pt x="0" y="0"/>
                </a:moveTo>
                <a:cubicBezTo>
                  <a:pt x="165916" y="-1866"/>
                  <a:pt x="188720" y="13756"/>
                  <a:pt x="356616" y="0"/>
                </a:cubicBezTo>
                <a:cubicBezTo>
                  <a:pt x="524512" y="-13756"/>
                  <a:pt x="734781" y="8922"/>
                  <a:pt x="1042416" y="0"/>
                </a:cubicBezTo>
                <a:cubicBezTo>
                  <a:pt x="1350051" y="-8922"/>
                  <a:pt x="1595982" y="-26315"/>
                  <a:pt x="1947672" y="0"/>
                </a:cubicBezTo>
                <a:cubicBezTo>
                  <a:pt x="2299362" y="26315"/>
                  <a:pt x="2292691" y="-19526"/>
                  <a:pt x="2633472" y="0"/>
                </a:cubicBezTo>
                <a:cubicBezTo>
                  <a:pt x="2974253" y="19526"/>
                  <a:pt x="2857309" y="10773"/>
                  <a:pt x="2990088" y="0"/>
                </a:cubicBezTo>
                <a:cubicBezTo>
                  <a:pt x="3122867" y="-10773"/>
                  <a:pt x="3359343" y="7194"/>
                  <a:pt x="3456432" y="0"/>
                </a:cubicBezTo>
                <a:cubicBezTo>
                  <a:pt x="3553521" y="-7194"/>
                  <a:pt x="4136258" y="5108"/>
                  <a:pt x="4361688" y="0"/>
                </a:cubicBezTo>
                <a:cubicBezTo>
                  <a:pt x="4587118" y="-5108"/>
                  <a:pt x="4992424" y="-42958"/>
                  <a:pt x="5266944" y="0"/>
                </a:cubicBezTo>
                <a:cubicBezTo>
                  <a:pt x="5541464" y="42958"/>
                  <a:pt x="5882966" y="-3430"/>
                  <a:pt x="6172200" y="0"/>
                </a:cubicBezTo>
                <a:cubicBezTo>
                  <a:pt x="6461434" y="3430"/>
                  <a:pt x="6432127" y="6688"/>
                  <a:pt x="6528816" y="0"/>
                </a:cubicBezTo>
                <a:cubicBezTo>
                  <a:pt x="6625505" y="-6688"/>
                  <a:pt x="6916805" y="-436"/>
                  <a:pt x="7214616" y="0"/>
                </a:cubicBezTo>
                <a:cubicBezTo>
                  <a:pt x="7512427" y="436"/>
                  <a:pt x="7626159" y="-6909"/>
                  <a:pt x="7790688" y="0"/>
                </a:cubicBezTo>
                <a:cubicBezTo>
                  <a:pt x="7955217" y="6909"/>
                  <a:pt x="8048891" y="15307"/>
                  <a:pt x="8147304" y="0"/>
                </a:cubicBezTo>
                <a:cubicBezTo>
                  <a:pt x="8245717" y="-15307"/>
                  <a:pt x="8645618" y="-11734"/>
                  <a:pt x="9052560" y="0"/>
                </a:cubicBezTo>
                <a:cubicBezTo>
                  <a:pt x="9459502" y="11734"/>
                  <a:pt x="9320584" y="8388"/>
                  <a:pt x="9409176" y="0"/>
                </a:cubicBezTo>
                <a:cubicBezTo>
                  <a:pt x="9497768" y="-8388"/>
                  <a:pt x="9644192" y="8379"/>
                  <a:pt x="9765792" y="0"/>
                </a:cubicBezTo>
                <a:cubicBezTo>
                  <a:pt x="9887392" y="-8379"/>
                  <a:pt x="10105220" y="-12663"/>
                  <a:pt x="10341864" y="0"/>
                </a:cubicBezTo>
                <a:cubicBezTo>
                  <a:pt x="10578508" y="12663"/>
                  <a:pt x="10773103" y="-5786"/>
                  <a:pt x="10972800" y="0"/>
                </a:cubicBezTo>
                <a:cubicBezTo>
                  <a:pt x="10972146" y="8818"/>
                  <a:pt x="10972240" y="13823"/>
                  <a:pt x="10972800" y="18288"/>
                </a:cubicBezTo>
                <a:cubicBezTo>
                  <a:pt x="10588778" y="31598"/>
                  <a:pt x="10543381" y="-12698"/>
                  <a:pt x="10177272" y="18288"/>
                </a:cubicBezTo>
                <a:cubicBezTo>
                  <a:pt x="9811163" y="49274"/>
                  <a:pt x="9996817" y="25662"/>
                  <a:pt x="9820656" y="18288"/>
                </a:cubicBezTo>
                <a:cubicBezTo>
                  <a:pt x="9644495" y="10914"/>
                  <a:pt x="9607007" y="31631"/>
                  <a:pt x="9464040" y="18288"/>
                </a:cubicBezTo>
                <a:cubicBezTo>
                  <a:pt x="9321073" y="4945"/>
                  <a:pt x="9114189" y="28940"/>
                  <a:pt x="8778240" y="18288"/>
                </a:cubicBezTo>
                <a:cubicBezTo>
                  <a:pt x="8442291" y="7636"/>
                  <a:pt x="8594763" y="987"/>
                  <a:pt x="8421624" y="18288"/>
                </a:cubicBezTo>
                <a:cubicBezTo>
                  <a:pt x="8248485" y="35589"/>
                  <a:pt x="7929515" y="37573"/>
                  <a:pt x="7735824" y="18288"/>
                </a:cubicBezTo>
                <a:cubicBezTo>
                  <a:pt x="7542133" y="-997"/>
                  <a:pt x="7252504" y="33858"/>
                  <a:pt x="6940296" y="18288"/>
                </a:cubicBezTo>
                <a:cubicBezTo>
                  <a:pt x="6628088" y="2718"/>
                  <a:pt x="6528503" y="48389"/>
                  <a:pt x="6254496" y="18288"/>
                </a:cubicBezTo>
                <a:cubicBezTo>
                  <a:pt x="5980489" y="-11813"/>
                  <a:pt x="5695784" y="-3740"/>
                  <a:pt x="5458968" y="18288"/>
                </a:cubicBezTo>
                <a:cubicBezTo>
                  <a:pt x="5222152" y="40316"/>
                  <a:pt x="5010751" y="19095"/>
                  <a:pt x="4663440" y="18288"/>
                </a:cubicBezTo>
                <a:cubicBezTo>
                  <a:pt x="4316129" y="17481"/>
                  <a:pt x="4425552" y="1606"/>
                  <a:pt x="4306824" y="18288"/>
                </a:cubicBezTo>
                <a:cubicBezTo>
                  <a:pt x="4188096" y="34970"/>
                  <a:pt x="3941535" y="7481"/>
                  <a:pt x="3840480" y="18288"/>
                </a:cubicBezTo>
                <a:cubicBezTo>
                  <a:pt x="3739425" y="29095"/>
                  <a:pt x="3402388" y="17641"/>
                  <a:pt x="3264408" y="18288"/>
                </a:cubicBezTo>
                <a:cubicBezTo>
                  <a:pt x="3126428" y="18935"/>
                  <a:pt x="2776779" y="9983"/>
                  <a:pt x="2578608" y="18288"/>
                </a:cubicBezTo>
                <a:cubicBezTo>
                  <a:pt x="2380437" y="26593"/>
                  <a:pt x="1909468" y="25818"/>
                  <a:pt x="1673352" y="18288"/>
                </a:cubicBezTo>
                <a:cubicBezTo>
                  <a:pt x="1437236" y="10758"/>
                  <a:pt x="1131180" y="49884"/>
                  <a:pt x="877824" y="18288"/>
                </a:cubicBezTo>
                <a:cubicBezTo>
                  <a:pt x="624468" y="-13308"/>
                  <a:pt x="206753" y="2195"/>
                  <a:pt x="0" y="18288"/>
                </a:cubicBezTo>
                <a:cubicBezTo>
                  <a:pt x="313" y="10654"/>
                  <a:pt x="-263" y="4056"/>
                  <a:pt x="0" y="0"/>
                </a:cubicBezTo>
                <a:close/>
              </a:path>
              <a:path w="10972800" h="18288" stroke="0" extrusionOk="0">
                <a:moveTo>
                  <a:pt x="0" y="0"/>
                </a:moveTo>
                <a:cubicBezTo>
                  <a:pt x="164017" y="-17675"/>
                  <a:pt x="309425" y="9913"/>
                  <a:pt x="466344" y="0"/>
                </a:cubicBezTo>
                <a:cubicBezTo>
                  <a:pt x="623263" y="-9913"/>
                  <a:pt x="659300" y="-14524"/>
                  <a:pt x="822960" y="0"/>
                </a:cubicBezTo>
                <a:cubicBezTo>
                  <a:pt x="986620" y="14524"/>
                  <a:pt x="1105222" y="-16481"/>
                  <a:pt x="1289304" y="0"/>
                </a:cubicBezTo>
                <a:cubicBezTo>
                  <a:pt x="1473386" y="16481"/>
                  <a:pt x="1693223" y="26161"/>
                  <a:pt x="1975104" y="0"/>
                </a:cubicBezTo>
                <a:cubicBezTo>
                  <a:pt x="2256985" y="-26161"/>
                  <a:pt x="2435781" y="23061"/>
                  <a:pt x="2770632" y="0"/>
                </a:cubicBezTo>
                <a:cubicBezTo>
                  <a:pt x="3105483" y="-23061"/>
                  <a:pt x="3247479" y="-44011"/>
                  <a:pt x="3675888" y="0"/>
                </a:cubicBezTo>
                <a:cubicBezTo>
                  <a:pt x="4104297" y="44011"/>
                  <a:pt x="4280918" y="4017"/>
                  <a:pt x="4581144" y="0"/>
                </a:cubicBezTo>
                <a:cubicBezTo>
                  <a:pt x="4881370" y="-4017"/>
                  <a:pt x="5021699" y="-11889"/>
                  <a:pt x="5157216" y="0"/>
                </a:cubicBezTo>
                <a:cubicBezTo>
                  <a:pt x="5292733" y="11889"/>
                  <a:pt x="5603398" y="-17698"/>
                  <a:pt x="5952744" y="0"/>
                </a:cubicBezTo>
                <a:cubicBezTo>
                  <a:pt x="6302090" y="17698"/>
                  <a:pt x="6353093" y="-11909"/>
                  <a:pt x="6638544" y="0"/>
                </a:cubicBezTo>
                <a:cubicBezTo>
                  <a:pt x="6923995" y="11909"/>
                  <a:pt x="7053404" y="21630"/>
                  <a:pt x="7214616" y="0"/>
                </a:cubicBezTo>
                <a:cubicBezTo>
                  <a:pt x="7375828" y="-21630"/>
                  <a:pt x="7837963" y="3886"/>
                  <a:pt x="8010144" y="0"/>
                </a:cubicBezTo>
                <a:cubicBezTo>
                  <a:pt x="8182325" y="-3886"/>
                  <a:pt x="8224183" y="16009"/>
                  <a:pt x="8366760" y="0"/>
                </a:cubicBezTo>
                <a:cubicBezTo>
                  <a:pt x="8509337" y="-16009"/>
                  <a:pt x="8687920" y="-5720"/>
                  <a:pt x="8942832" y="0"/>
                </a:cubicBezTo>
                <a:cubicBezTo>
                  <a:pt x="9197744" y="5720"/>
                  <a:pt x="9368437" y="20479"/>
                  <a:pt x="9628632" y="0"/>
                </a:cubicBezTo>
                <a:cubicBezTo>
                  <a:pt x="9888827" y="-20479"/>
                  <a:pt x="10560858" y="-20746"/>
                  <a:pt x="10972800" y="0"/>
                </a:cubicBezTo>
                <a:cubicBezTo>
                  <a:pt x="10972186" y="5722"/>
                  <a:pt x="10972980" y="12495"/>
                  <a:pt x="10972800" y="18288"/>
                </a:cubicBezTo>
                <a:cubicBezTo>
                  <a:pt x="10786146" y="12536"/>
                  <a:pt x="10623717" y="14033"/>
                  <a:pt x="10506456" y="18288"/>
                </a:cubicBezTo>
                <a:cubicBezTo>
                  <a:pt x="10389195" y="22543"/>
                  <a:pt x="10296178" y="20107"/>
                  <a:pt x="10149840" y="18288"/>
                </a:cubicBezTo>
                <a:cubicBezTo>
                  <a:pt x="10003502" y="16469"/>
                  <a:pt x="9767530" y="28891"/>
                  <a:pt x="9464040" y="18288"/>
                </a:cubicBezTo>
                <a:cubicBezTo>
                  <a:pt x="9160550" y="7685"/>
                  <a:pt x="9229050" y="2659"/>
                  <a:pt x="8997696" y="18288"/>
                </a:cubicBezTo>
                <a:cubicBezTo>
                  <a:pt x="8766342" y="33917"/>
                  <a:pt x="8340136" y="34864"/>
                  <a:pt x="8092440" y="18288"/>
                </a:cubicBezTo>
                <a:cubicBezTo>
                  <a:pt x="7844744" y="1712"/>
                  <a:pt x="7863720" y="27405"/>
                  <a:pt x="7735824" y="18288"/>
                </a:cubicBezTo>
                <a:cubicBezTo>
                  <a:pt x="7607928" y="9171"/>
                  <a:pt x="7323619" y="461"/>
                  <a:pt x="7050024" y="18288"/>
                </a:cubicBezTo>
                <a:cubicBezTo>
                  <a:pt x="6776429" y="36115"/>
                  <a:pt x="6787899" y="28206"/>
                  <a:pt x="6693408" y="18288"/>
                </a:cubicBezTo>
                <a:cubicBezTo>
                  <a:pt x="6598917" y="8370"/>
                  <a:pt x="6395231" y="19114"/>
                  <a:pt x="6227064" y="18288"/>
                </a:cubicBezTo>
                <a:cubicBezTo>
                  <a:pt x="6058897" y="17462"/>
                  <a:pt x="5618582" y="1091"/>
                  <a:pt x="5431536" y="18288"/>
                </a:cubicBezTo>
                <a:cubicBezTo>
                  <a:pt x="5244490" y="35485"/>
                  <a:pt x="4729797" y="-9650"/>
                  <a:pt x="4526280" y="18288"/>
                </a:cubicBezTo>
                <a:cubicBezTo>
                  <a:pt x="4322763" y="46226"/>
                  <a:pt x="4216797" y="756"/>
                  <a:pt x="4059936" y="18288"/>
                </a:cubicBezTo>
                <a:cubicBezTo>
                  <a:pt x="3903075" y="35820"/>
                  <a:pt x="3537912" y="42098"/>
                  <a:pt x="3374136" y="18288"/>
                </a:cubicBezTo>
                <a:cubicBezTo>
                  <a:pt x="3210360" y="-5522"/>
                  <a:pt x="3126842" y="39135"/>
                  <a:pt x="2907792" y="18288"/>
                </a:cubicBezTo>
                <a:cubicBezTo>
                  <a:pt x="2688742" y="-2559"/>
                  <a:pt x="2490436" y="34100"/>
                  <a:pt x="2112264" y="18288"/>
                </a:cubicBezTo>
                <a:cubicBezTo>
                  <a:pt x="1734092" y="2476"/>
                  <a:pt x="1744622" y="-7274"/>
                  <a:pt x="1536192" y="18288"/>
                </a:cubicBezTo>
                <a:cubicBezTo>
                  <a:pt x="1327762" y="43850"/>
                  <a:pt x="1189025" y="6435"/>
                  <a:pt x="1069848" y="18288"/>
                </a:cubicBezTo>
                <a:cubicBezTo>
                  <a:pt x="950671" y="30141"/>
                  <a:pt x="858345" y="33684"/>
                  <a:pt x="713232" y="18288"/>
                </a:cubicBezTo>
                <a:cubicBezTo>
                  <a:pt x="568119" y="2892"/>
                  <a:pt x="250292" y="5410"/>
                  <a:pt x="0" y="18288"/>
                </a:cubicBezTo>
                <a:cubicBezTo>
                  <a:pt x="465" y="13062"/>
                  <a:pt x="-894" y="9029"/>
                  <a:pt x="0" y="0"/>
                </a:cubicBezTo>
                <a:close/>
              </a:path>
            </a:pathLst>
          </a:custGeom>
          <a:solidFill>
            <a:schemeClr val="accent2">
              <a:alpha val="75000"/>
            </a:schemeClr>
          </a:solidFill>
          <a:ln w="44450" cap="rnd">
            <a:solidFill>
              <a:schemeClr val="accent2">
                <a:alpha val="75000"/>
              </a:schemeClr>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B53C2A49-D07B-C215-B8E8-C882988BDCA9}"/>
              </a:ext>
            </a:extLst>
          </p:cNvPr>
          <p:cNvSpPr>
            <a:spLocks noGrp="1"/>
          </p:cNvSpPr>
          <p:nvPr>
            <p:ph idx="1"/>
          </p:nvPr>
        </p:nvSpPr>
        <p:spPr>
          <a:xfrm>
            <a:off x="572493" y="2071316"/>
            <a:ext cx="6713552" cy="4119172"/>
          </a:xfrm>
        </p:spPr>
        <p:txBody>
          <a:bodyPr vert="horz" lIns="91440" tIns="45720" rIns="91440" bIns="45720" rtlCol="0" anchor="t">
            <a:normAutofit lnSpcReduction="10000"/>
          </a:bodyPr>
          <a:lstStyle/>
          <a:p>
            <a:r>
              <a:rPr lang="en-US" sz="2000"/>
              <a:t>Dimensions: 4852 x 146 (Lots of columns)</a:t>
            </a:r>
          </a:p>
          <a:p>
            <a:r>
              <a:rPr lang="en-US" sz="2000">
                <a:ea typeface="+mn-lt"/>
                <a:cs typeface="+mn-lt"/>
              </a:rPr>
              <a:t>ZIP Codes, FIPS Codes, and hospital identifiers were converted to character fields to preserve leading zeros and avoid numeric distortion. </a:t>
            </a:r>
          </a:p>
          <a:p>
            <a:r>
              <a:rPr lang="en-US" sz="2000">
                <a:ea typeface="+mn-lt"/>
                <a:cs typeface="+mn-lt"/>
              </a:rPr>
              <a:t>Empty strings across all character variables were replaced with NA to correctly represent missing data.</a:t>
            </a:r>
          </a:p>
          <a:p>
            <a:r>
              <a:rPr lang="en-US" sz="2000">
                <a:ea typeface="+mn-lt"/>
                <a:cs typeface="+mn-lt"/>
              </a:rPr>
              <a:t>All date fields were converted into proper date formats</a:t>
            </a:r>
          </a:p>
          <a:p>
            <a:r>
              <a:rPr lang="en-US" sz="2000">
                <a:ea typeface="+mn-lt"/>
                <a:cs typeface="+mn-lt"/>
              </a:rPr>
              <a:t>numerous hospital capacity, occupancy, and supply-related columns were converted to numeric types </a:t>
            </a:r>
          </a:p>
          <a:p>
            <a:r>
              <a:rPr lang="en-US" sz="2000">
                <a:ea typeface="+mn-lt"/>
                <a:cs typeface="+mn-lt"/>
              </a:rPr>
              <a:t>Several Yes/No fields were also converted into logical values to support clearer interpretation</a:t>
            </a:r>
            <a:endParaRPr lang="en-US"/>
          </a:p>
          <a:p>
            <a:r>
              <a:rPr lang="en-US" sz="2000"/>
              <a:t>Group variables into COVID, PPE,  Workers, States</a:t>
            </a:r>
          </a:p>
        </p:txBody>
      </p:sp>
      <p:pic>
        <p:nvPicPr>
          <p:cNvPr id="4" name="Picture 3" descr="A screenshot of a computer program&#10;&#10;AI-generated content may be incorrect.">
            <a:extLst>
              <a:ext uri="{FF2B5EF4-FFF2-40B4-BE49-F238E27FC236}">
                <a16:creationId xmlns:a16="http://schemas.microsoft.com/office/drawing/2014/main" id="{409D904D-5FF8-835A-974C-57232C2B2687}"/>
              </a:ext>
            </a:extLst>
          </p:cNvPr>
          <p:cNvPicPr>
            <a:picLocks noChangeAspect="1"/>
          </p:cNvPicPr>
          <p:nvPr/>
        </p:nvPicPr>
        <p:blipFill>
          <a:blip r:embed="rId2"/>
          <a:srcRect r="49734" b="2"/>
          <a:stretch>
            <a:fillRect/>
          </a:stretch>
        </p:blipFill>
        <p:spPr>
          <a:xfrm>
            <a:off x="7675658" y="2093976"/>
            <a:ext cx="3941064" cy="4096512"/>
          </a:xfrm>
          <a:prstGeom prst="rect">
            <a:avLst/>
          </a:prstGeom>
        </p:spPr>
      </p:pic>
      <p:sp>
        <p:nvSpPr>
          <p:cNvPr id="6" name="TextBox 5">
            <a:extLst>
              <a:ext uri="{FF2B5EF4-FFF2-40B4-BE49-F238E27FC236}">
                <a16:creationId xmlns:a16="http://schemas.microsoft.com/office/drawing/2014/main" id="{C16B05C6-41C8-50BB-6C1B-86FFDB75FD54}"/>
              </a:ext>
            </a:extLst>
          </p:cNvPr>
          <p:cNvSpPr txBox="1"/>
          <p:nvPr/>
        </p:nvSpPr>
        <p:spPr>
          <a:xfrm>
            <a:off x="7816001" y="6339645"/>
            <a:ext cx="3734311"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t>Slide 4</a:t>
            </a:r>
          </a:p>
        </p:txBody>
      </p:sp>
    </p:spTree>
    <p:extLst>
      <p:ext uri="{BB962C8B-B14F-4D97-AF65-F5344CB8AC3E}">
        <p14:creationId xmlns:p14="http://schemas.microsoft.com/office/powerpoint/2010/main" val="419409212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743AA782-23D1-4521-8CAD-47662984AA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79C283C-AC0D-FC3F-6285-E69F753ACDF3}"/>
              </a:ext>
            </a:extLst>
          </p:cNvPr>
          <p:cNvSpPr>
            <a:spLocks noGrp="1"/>
          </p:cNvSpPr>
          <p:nvPr>
            <p:ph type="title"/>
          </p:nvPr>
        </p:nvSpPr>
        <p:spPr>
          <a:xfrm>
            <a:off x="630936" y="640080"/>
            <a:ext cx="4818888" cy="1481328"/>
          </a:xfrm>
        </p:spPr>
        <p:txBody>
          <a:bodyPr anchor="b">
            <a:normAutofit/>
          </a:bodyPr>
          <a:lstStyle/>
          <a:p>
            <a:r>
              <a:rPr lang="en-US" sz="3800"/>
              <a:t>COVID Hospitalizations by state</a:t>
            </a:r>
          </a:p>
        </p:txBody>
      </p:sp>
      <p:sp>
        <p:nvSpPr>
          <p:cNvPr id="11" name="sketch line">
            <a:extLst>
              <a:ext uri="{FF2B5EF4-FFF2-40B4-BE49-F238E27FC236}">
                <a16:creationId xmlns:a16="http://schemas.microsoft.com/office/drawing/2014/main" id="{71877DBC-BB60-40F0-AC93-2ACDBAAE60C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278" y="2372868"/>
            <a:ext cx="3255095" cy="18288"/>
          </a:xfrm>
          <a:custGeom>
            <a:avLst/>
            <a:gdLst>
              <a:gd name="csX0" fmla="*/ 0 w 3255095"/>
              <a:gd name="csY0" fmla="*/ 0 h 18288"/>
              <a:gd name="csX1" fmla="*/ 618468 w 3255095"/>
              <a:gd name="csY1" fmla="*/ 0 h 18288"/>
              <a:gd name="csX2" fmla="*/ 1269487 w 3255095"/>
              <a:gd name="csY2" fmla="*/ 0 h 18288"/>
              <a:gd name="csX3" fmla="*/ 1953057 w 3255095"/>
              <a:gd name="csY3" fmla="*/ 0 h 18288"/>
              <a:gd name="csX4" fmla="*/ 2636627 w 3255095"/>
              <a:gd name="csY4" fmla="*/ 0 h 18288"/>
              <a:gd name="csX5" fmla="*/ 3255095 w 3255095"/>
              <a:gd name="csY5" fmla="*/ 0 h 18288"/>
              <a:gd name="csX6" fmla="*/ 3255095 w 3255095"/>
              <a:gd name="csY6" fmla="*/ 18288 h 18288"/>
              <a:gd name="csX7" fmla="*/ 2538974 w 3255095"/>
              <a:gd name="csY7" fmla="*/ 18288 h 18288"/>
              <a:gd name="csX8" fmla="*/ 1822853 w 3255095"/>
              <a:gd name="csY8" fmla="*/ 18288 h 18288"/>
              <a:gd name="csX9" fmla="*/ 1171834 w 3255095"/>
              <a:gd name="csY9" fmla="*/ 18288 h 18288"/>
              <a:gd name="csX10" fmla="*/ 0 w 3255095"/>
              <a:gd name="csY10" fmla="*/ 18288 h 18288"/>
              <a:gd name="csX11" fmla="*/ 0 w 3255095"/>
              <a:gd name="csY11"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3255095" h="18288" fill="none" extrusionOk="0">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extrusionOk="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26F161C6-9A3E-1F01-E2FA-3055456A7E82}"/>
              </a:ext>
            </a:extLst>
          </p:cNvPr>
          <p:cNvSpPr>
            <a:spLocks noGrp="1"/>
          </p:cNvSpPr>
          <p:nvPr>
            <p:ph idx="1"/>
          </p:nvPr>
        </p:nvSpPr>
        <p:spPr>
          <a:xfrm>
            <a:off x="630936" y="2660904"/>
            <a:ext cx="4818888" cy="3547872"/>
          </a:xfrm>
        </p:spPr>
        <p:txBody>
          <a:bodyPr vert="horz" lIns="91440" tIns="45720" rIns="91440" bIns="45720" rtlCol="0" anchor="t">
            <a:normAutofit/>
          </a:bodyPr>
          <a:lstStyle/>
          <a:p>
            <a:r>
              <a:rPr lang="en-US" sz="2000">
                <a:ea typeface="+mn-lt"/>
                <a:cs typeface="+mn-lt"/>
              </a:rPr>
              <a:t>The bar chart compares the total number of hospitalized COVID-19 patients across U.S. states. </a:t>
            </a:r>
          </a:p>
          <a:p>
            <a:r>
              <a:rPr lang="en-US" sz="2000">
                <a:ea typeface="+mn-lt"/>
                <a:cs typeface="+mn-lt"/>
              </a:rPr>
              <a:t>a small group of states accounts for a disproportionately large share of COVID-19 hospitalizations.</a:t>
            </a:r>
            <a:r>
              <a:rPr lang="en-US" sz="2000" b="1">
                <a:ea typeface="+mn-lt"/>
                <a:cs typeface="+mn-lt"/>
              </a:rPr>
              <a:t> </a:t>
            </a:r>
          </a:p>
          <a:p>
            <a:r>
              <a:rPr lang="en-US" sz="2000">
                <a:ea typeface="+mn-lt"/>
                <a:cs typeface="+mn-lt"/>
              </a:rPr>
              <a:t>The top few states  show totals exceeding 15,000–20,000 hospitalized patients</a:t>
            </a:r>
          </a:p>
          <a:p>
            <a:r>
              <a:rPr lang="en-US" sz="2000">
                <a:ea typeface="+mn-lt"/>
                <a:cs typeface="+mn-lt"/>
              </a:rPr>
              <a:t> After the top tier states, hospitalization totals drop off steadily</a:t>
            </a:r>
          </a:p>
        </p:txBody>
      </p:sp>
      <p:pic>
        <p:nvPicPr>
          <p:cNvPr id="4" name="Picture 3" descr="A graph of covid-19 patients&#10;&#10;AI-generated content may be incorrect.">
            <a:extLst>
              <a:ext uri="{FF2B5EF4-FFF2-40B4-BE49-F238E27FC236}">
                <a16:creationId xmlns:a16="http://schemas.microsoft.com/office/drawing/2014/main" id="{F15F6125-D9A9-0DEA-038A-F5B0E271F3C1}"/>
              </a:ext>
            </a:extLst>
          </p:cNvPr>
          <p:cNvPicPr>
            <a:picLocks noChangeAspect="1"/>
          </p:cNvPicPr>
          <p:nvPr/>
        </p:nvPicPr>
        <p:blipFill>
          <a:blip r:embed="rId2"/>
          <a:stretch>
            <a:fillRect/>
          </a:stretch>
        </p:blipFill>
        <p:spPr>
          <a:xfrm>
            <a:off x="6099048" y="1477419"/>
            <a:ext cx="5458968" cy="3903161"/>
          </a:xfrm>
          <a:prstGeom prst="rect">
            <a:avLst/>
          </a:prstGeom>
        </p:spPr>
      </p:pic>
      <p:sp>
        <p:nvSpPr>
          <p:cNvPr id="6" name="TextBox 5">
            <a:extLst>
              <a:ext uri="{FF2B5EF4-FFF2-40B4-BE49-F238E27FC236}">
                <a16:creationId xmlns:a16="http://schemas.microsoft.com/office/drawing/2014/main" id="{7C67024E-BDF4-3277-3EA6-457A78E90D4A}"/>
              </a:ext>
            </a:extLst>
          </p:cNvPr>
          <p:cNvSpPr txBox="1"/>
          <p:nvPr/>
        </p:nvSpPr>
        <p:spPr>
          <a:xfrm>
            <a:off x="7816001" y="6339645"/>
            <a:ext cx="3734311"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t>Slide 5</a:t>
            </a:r>
          </a:p>
        </p:txBody>
      </p:sp>
    </p:spTree>
    <p:extLst>
      <p:ext uri="{BB962C8B-B14F-4D97-AF65-F5344CB8AC3E}">
        <p14:creationId xmlns:p14="http://schemas.microsoft.com/office/powerpoint/2010/main" val="206603234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743AA782-23D1-4521-8CAD-47662984AA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13FC6F6-8CF3-27CD-EBDA-75C891E59AE6}"/>
              </a:ext>
            </a:extLst>
          </p:cNvPr>
          <p:cNvSpPr>
            <a:spLocks noGrp="1"/>
          </p:cNvSpPr>
          <p:nvPr>
            <p:ph type="title"/>
          </p:nvPr>
        </p:nvSpPr>
        <p:spPr>
          <a:xfrm>
            <a:off x="630936" y="640080"/>
            <a:ext cx="4818888" cy="1481328"/>
          </a:xfrm>
        </p:spPr>
        <p:txBody>
          <a:bodyPr anchor="b">
            <a:normAutofit/>
          </a:bodyPr>
          <a:lstStyle/>
          <a:p>
            <a:r>
              <a:rPr lang="en-US" sz="5000"/>
              <a:t>ICU Beds used By state</a:t>
            </a:r>
          </a:p>
        </p:txBody>
      </p:sp>
      <p:sp>
        <p:nvSpPr>
          <p:cNvPr id="11" name="sketch line">
            <a:extLst>
              <a:ext uri="{FF2B5EF4-FFF2-40B4-BE49-F238E27FC236}">
                <a16:creationId xmlns:a16="http://schemas.microsoft.com/office/drawing/2014/main" id="{71877DBC-BB60-40F0-AC93-2ACDBAAE60C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278" y="2372868"/>
            <a:ext cx="3255095" cy="18288"/>
          </a:xfrm>
          <a:custGeom>
            <a:avLst/>
            <a:gdLst>
              <a:gd name="csX0" fmla="*/ 0 w 3255095"/>
              <a:gd name="csY0" fmla="*/ 0 h 18288"/>
              <a:gd name="csX1" fmla="*/ 618468 w 3255095"/>
              <a:gd name="csY1" fmla="*/ 0 h 18288"/>
              <a:gd name="csX2" fmla="*/ 1269487 w 3255095"/>
              <a:gd name="csY2" fmla="*/ 0 h 18288"/>
              <a:gd name="csX3" fmla="*/ 1953057 w 3255095"/>
              <a:gd name="csY3" fmla="*/ 0 h 18288"/>
              <a:gd name="csX4" fmla="*/ 2636627 w 3255095"/>
              <a:gd name="csY4" fmla="*/ 0 h 18288"/>
              <a:gd name="csX5" fmla="*/ 3255095 w 3255095"/>
              <a:gd name="csY5" fmla="*/ 0 h 18288"/>
              <a:gd name="csX6" fmla="*/ 3255095 w 3255095"/>
              <a:gd name="csY6" fmla="*/ 18288 h 18288"/>
              <a:gd name="csX7" fmla="*/ 2538974 w 3255095"/>
              <a:gd name="csY7" fmla="*/ 18288 h 18288"/>
              <a:gd name="csX8" fmla="*/ 1822853 w 3255095"/>
              <a:gd name="csY8" fmla="*/ 18288 h 18288"/>
              <a:gd name="csX9" fmla="*/ 1171834 w 3255095"/>
              <a:gd name="csY9" fmla="*/ 18288 h 18288"/>
              <a:gd name="csX10" fmla="*/ 0 w 3255095"/>
              <a:gd name="csY10" fmla="*/ 18288 h 18288"/>
              <a:gd name="csX11" fmla="*/ 0 w 3255095"/>
              <a:gd name="csY11"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3255095" h="18288" fill="none" extrusionOk="0">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extrusionOk="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09B86D66-2355-7EFA-67EA-AFA3893A8AC1}"/>
              </a:ext>
            </a:extLst>
          </p:cNvPr>
          <p:cNvSpPr>
            <a:spLocks noGrp="1"/>
          </p:cNvSpPr>
          <p:nvPr>
            <p:ph idx="1"/>
          </p:nvPr>
        </p:nvSpPr>
        <p:spPr>
          <a:xfrm>
            <a:off x="630936" y="2660904"/>
            <a:ext cx="4818888" cy="3547872"/>
          </a:xfrm>
        </p:spPr>
        <p:txBody>
          <a:bodyPr vert="horz" lIns="91440" tIns="45720" rIns="91440" bIns="45720" rtlCol="0" anchor="t">
            <a:normAutofit/>
          </a:bodyPr>
          <a:lstStyle/>
          <a:p>
            <a:r>
              <a:rPr lang="en-US" sz="1700">
                <a:ea typeface="+mn-lt"/>
                <a:cs typeface="+mn-lt"/>
              </a:rPr>
              <a:t>The Bar graphs show the ICU beds used per state. </a:t>
            </a:r>
          </a:p>
          <a:p>
            <a:r>
              <a:rPr lang="en-US" sz="1700">
                <a:ea typeface="+mn-lt"/>
                <a:cs typeface="+mn-lt"/>
              </a:rPr>
              <a:t>The top states have around 7500 and higher beds used, followed by steady drop offs of the bed usage</a:t>
            </a:r>
          </a:p>
          <a:p>
            <a:r>
              <a:rPr lang="en-US" sz="1700">
                <a:ea typeface="+mn-lt"/>
                <a:cs typeface="+mn-lt"/>
              </a:rPr>
              <a:t>It is directly proportional to the bar graph with the number of hospital admissions for COVID, since those will be the states with the most ICU beds used. </a:t>
            </a:r>
          </a:p>
          <a:p>
            <a:r>
              <a:rPr lang="en-US" sz="1700">
                <a:ea typeface="+mn-lt"/>
                <a:cs typeface="+mn-lt"/>
              </a:rPr>
              <a:t>The states with the high demand of beds could be the ones that could experience shortage of supplies due to the demand</a:t>
            </a:r>
            <a:endParaRPr lang="en-US" sz="1700"/>
          </a:p>
        </p:txBody>
      </p:sp>
      <p:pic>
        <p:nvPicPr>
          <p:cNvPr id="4" name="Picture 3" descr="A graph showing the amount of beds used by state&#10;&#10;AI-generated content may be incorrect.">
            <a:extLst>
              <a:ext uri="{FF2B5EF4-FFF2-40B4-BE49-F238E27FC236}">
                <a16:creationId xmlns:a16="http://schemas.microsoft.com/office/drawing/2014/main" id="{8C06716B-5060-55DB-9314-F505DB7D9EDC}"/>
              </a:ext>
            </a:extLst>
          </p:cNvPr>
          <p:cNvPicPr>
            <a:picLocks noChangeAspect="1"/>
          </p:cNvPicPr>
          <p:nvPr/>
        </p:nvPicPr>
        <p:blipFill>
          <a:blip r:embed="rId2"/>
          <a:stretch>
            <a:fillRect/>
          </a:stretch>
        </p:blipFill>
        <p:spPr>
          <a:xfrm>
            <a:off x="6099048" y="1477419"/>
            <a:ext cx="5458968" cy="3903161"/>
          </a:xfrm>
          <a:prstGeom prst="rect">
            <a:avLst/>
          </a:prstGeom>
        </p:spPr>
      </p:pic>
      <p:sp>
        <p:nvSpPr>
          <p:cNvPr id="6" name="TextBox 5">
            <a:extLst>
              <a:ext uri="{FF2B5EF4-FFF2-40B4-BE49-F238E27FC236}">
                <a16:creationId xmlns:a16="http://schemas.microsoft.com/office/drawing/2014/main" id="{32A839DA-A2C6-F4D2-C8CB-1B442F8AE45A}"/>
              </a:ext>
            </a:extLst>
          </p:cNvPr>
          <p:cNvSpPr txBox="1"/>
          <p:nvPr/>
        </p:nvSpPr>
        <p:spPr>
          <a:xfrm>
            <a:off x="7816001" y="6339645"/>
            <a:ext cx="3734311"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t>Slide 6</a:t>
            </a:r>
          </a:p>
        </p:txBody>
      </p:sp>
    </p:spTree>
    <p:extLst>
      <p:ext uri="{BB962C8B-B14F-4D97-AF65-F5344CB8AC3E}">
        <p14:creationId xmlns:p14="http://schemas.microsoft.com/office/powerpoint/2010/main" val="179571229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352BEC0E-22F8-46D0-9632-375DB541B06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9B36DFCD-BD91-3B8D-B1D2-C0AB79A766D9}"/>
              </a:ext>
            </a:extLst>
          </p:cNvPr>
          <p:cNvSpPr>
            <a:spLocks noGrp="1"/>
          </p:cNvSpPr>
          <p:nvPr>
            <p:ph type="title"/>
          </p:nvPr>
        </p:nvSpPr>
        <p:spPr>
          <a:xfrm>
            <a:off x="640080" y="329184"/>
            <a:ext cx="6894576" cy="1783080"/>
          </a:xfrm>
        </p:spPr>
        <p:txBody>
          <a:bodyPr anchor="b">
            <a:normAutofit/>
          </a:bodyPr>
          <a:lstStyle/>
          <a:p>
            <a:r>
              <a:rPr lang="en-US" sz="5400"/>
              <a:t>States with best/worst respirator supply </a:t>
            </a:r>
          </a:p>
        </p:txBody>
      </p:sp>
      <p:sp>
        <p:nvSpPr>
          <p:cNvPr id="12" name="sketch line">
            <a:extLst>
              <a:ext uri="{FF2B5EF4-FFF2-40B4-BE49-F238E27FC236}">
                <a16:creationId xmlns:a16="http://schemas.microsoft.com/office/drawing/2014/main" id="{3FCFB1DE-0B7E-48CC-BA90-B2AB0889F9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58952" y="2395728"/>
            <a:ext cx="4243589" cy="18288"/>
          </a:xfrm>
          <a:custGeom>
            <a:avLst/>
            <a:gdLst>
              <a:gd name="csX0" fmla="*/ 0 w 4243589"/>
              <a:gd name="csY0" fmla="*/ 0 h 18288"/>
              <a:gd name="csX1" fmla="*/ 478919 w 4243589"/>
              <a:gd name="csY1" fmla="*/ 0 h 18288"/>
              <a:gd name="csX2" fmla="*/ 957839 w 4243589"/>
              <a:gd name="csY2" fmla="*/ 0 h 18288"/>
              <a:gd name="csX3" fmla="*/ 1521630 w 4243589"/>
              <a:gd name="csY3" fmla="*/ 0 h 18288"/>
              <a:gd name="csX4" fmla="*/ 2212729 w 4243589"/>
              <a:gd name="csY4" fmla="*/ 0 h 18288"/>
              <a:gd name="csX5" fmla="*/ 2734084 w 4243589"/>
              <a:gd name="csY5" fmla="*/ 0 h 18288"/>
              <a:gd name="csX6" fmla="*/ 3255439 w 4243589"/>
              <a:gd name="csY6" fmla="*/ 0 h 18288"/>
              <a:gd name="csX7" fmla="*/ 4243589 w 4243589"/>
              <a:gd name="csY7" fmla="*/ 0 h 18288"/>
              <a:gd name="csX8" fmla="*/ 4243589 w 4243589"/>
              <a:gd name="csY8" fmla="*/ 18288 h 18288"/>
              <a:gd name="csX9" fmla="*/ 3594926 w 4243589"/>
              <a:gd name="csY9" fmla="*/ 18288 h 18288"/>
              <a:gd name="csX10" fmla="*/ 3073571 w 4243589"/>
              <a:gd name="csY10" fmla="*/ 18288 h 18288"/>
              <a:gd name="csX11" fmla="*/ 2552216 w 4243589"/>
              <a:gd name="csY11" fmla="*/ 18288 h 18288"/>
              <a:gd name="csX12" fmla="*/ 1903553 w 4243589"/>
              <a:gd name="csY12" fmla="*/ 18288 h 18288"/>
              <a:gd name="csX13" fmla="*/ 1212454 w 4243589"/>
              <a:gd name="csY13" fmla="*/ 18288 h 18288"/>
              <a:gd name="csX14" fmla="*/ 733535 w 4243589"/>
              <a:gd name="csY14" fmla="*/ 18288 h 18288"/>
              <a:gd name="csX15" fmla="*/ 0 w 4243589"/>
              <a:gd name="csY15" fmla="*/ 18288 h 18288"/>
              <a:gd name="csX16" fmla="*/ 0 w 4243589"/>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243589" h="18288" fill="none" extrusionOk="0">
                <a:moveTo>
                  <a:pt x="0" y="0"/>
                </a:moveTo>
                <a:cubicBezTo>
                  <a:pt x="213395" y="-21006"/>
                  <a:pt x="307421" y="-18116"/>
                  <a:pt x="478919" y="0"/>
                </a:cubicBezTo>
                <a:cubicBezTo>
                  <a:pt x="650417" y="18116"/>
                  <a:pt x="831092" y="-21237"/>
                  <a:pt x="957839" y="0"/>
                </a:cubicBezTo>
                <a:cubicBezTo>
                  <a:pt x="1084586" y="21237"/>
                  <a:pt x="1301682" y="25124"/>
                  <a:pt x="1521630" y="0"/>
                </a:cubicBezTo>
                <a:cubicBezTo>
                  <a:pt x="1741578" y="-25124"/>
                  <a:pt x="1970269" y="-29139"/>
                  <a:pt x="2212729" y="0"/>
                </a:cubicBezTo>
                <a:cubicBezTo>
                  <a:pt x="2455189" y="29139"/>
                  <a:pt x="2558847" y="-4796"/>
                  <a:pt x="2734084" y="0"/>
                </a:cubicBezTo>
                <a:cubicBezTo>
                  <a:pt x="2909321" y="4796"/>
                  <a:pt x="3097217" y="-13409"/>
                  <a:pt x="3255439" y="0"/>
                </a:cubicBezTo>
                <a:cubicBezTo>
                  <a:pt x="3413662" y="13409"/>
                  <a:pt x="3979999" y="-10121"/>
                  <a:pt x="4243589" y="0"/>
                </a:cubicBezTo>
                <a:cubicBezTo>
                  <a:pt x="4244484" y="8974"/>
                  <a:pt x="4243043" y="9359"/>
                  <a:pt x="4243589" y="18288"/>
                </a:cubicBezTo>
                <a:cubicBezTo>
                  <a:pt x="4058777" y="31246"/>
                  <a:pt x="3910348" y="3158"/>
                  <a:pt x="3594926" y="18288"/>
                </a:cubicBezTo>
                <a:cubicBezTo>
                  <a:pt x="3279504" y="33418"/>
                  <a:pt x="3319955" y="-3977"/>
                  <a:pt x="3073571" y="18288"/>
                </a:cubicBezTo>
                <a:cubicBezTo>
                  <a:pt x="2827187" y="40553"/>
                  <a:pt x="2767387" y="1863"/>
                  <a:pt x="2552216" y="18288"/>
                </a:cubicBezTo>
                <a:cubicBezTo>
                  <a:pt x="2337046" y="34713"/>
                  <a:pt x="2181871" y="19527"/>
                  <a:pt x="1903553" y="18288"/>
                </a:cubicBezTo>
                <a:cubicBezTo>
                  <a:pt x="1625235" y="17049"/>
                  <a:pt x="1557672" y="24174"/>
                  <a:pt x="1212454" y="18288"/>
                </a:cubicBezTo>
                <a:cubicBezTo>
                  <a:pt x="867236" y="12402"/>
                  <a:pt x="874382" y="15627"/>
                  <a:pt x="733535" y="18288"/>
                </a:cubicBezTo>
                <a:cubicBezTo>
                  <a:pt x="592688" y="20949"/>
                  <a:pt x="183477" y="14753"/>
                  <a:pt x="0" y="18288"/>
                </a:cubicBezTo>
                <a:cubicBezTo>
                  <a:pt x="-229" y="14222"/>
                  <a:pt x="509" y="5816"/>
                  <a:pt x="0" y="0"/>
                </a:cubicBezTo>
                <a:close/>
              </a:path>
              <a:path w="4243589" h="18288" stroke="0" extrusionOk="0">
                <a:moveTo>
                  <a:pt x="0" y="0"/>
                </a:moveTo>
                <a:cubicBezTo>
                  <a:pt x="143690" y="16630"/>
                  <a:pt x="266667" y="14847"/>
                  <a:pt x="521355" y="0"/>
                </a:cubicBezTo>
                <a:cubicBezTo>
                  <a:pt x="776043" y="-14847"/>
                  <a:pt x="814491" y="-17363"/>
                  <a:pt x="1000275" y="0"/>
                </a:cubicBezTo>
                <a:cubicBezTo>
                  <a:pt x="1186059" y="17363"/>
                  <a:pt x="1352504" y="-23507"/>
                  <a:pt x="1521630" y="0"/>
                </a:cubicBezTo>
                <a:cubicBezTo>
                  <a:pt x="1690756" y="23507"/>
                  <a:pt x="1889525" y="5871"/>
                  <a:pt x="2127857" y="0"/>
                </a:cubicBezTo>
                <a:cubicBezTo>
                  <a:pt x="2366189" y="-5871"/>
                  <a:pt x="2620628" y="-27997"/>
                  <a:pt x="2776520" y="0"/>
                </a:cubicBezTo>
                <a:cubicBezTo>
                  <a:pt x="2932412" y="27997"/>
                  <a:pt x="3131683" y="-25073"/>
                  <a:pt x="3467618" y="0"/>
                </a:cubicBezTo>
                <a:cubicBezTo>
                  <a:pt x="3803553" y="25073"/>
                  <a:pt x="4017371" y="3071"/>
                  <a:pt x="4243589" y="0"/>
                </a:cubicBezTo>
                <a:cubicBezTo>
                  <a:pt x="4243134" y="6162"/>
                  <a:pt x="4243492" y="11775"/>
                  <a:pt x="4243589" y="18288"/>
                </a:cubicBezTo>
                <a:cubicBezTo>
                  <a:pt x="4017834" y="-5779"/>
                  <a:pt x="3834586" y="13376"/>
                  <a:pt x="3594926" y="18288"/>
                </a:cubicBezTo>
                <a:cubicBezTo>
                  <a:pt x="3355266" y="23200"/>
                  <a:pt x="3204179" y="2869"/>
                  <a:pt x="2903827" y="18288"/>
                </a:cubicBezTo>
                <a:cubicBezTo>
                  <a:pt x="2603475" y="33707"/>
                  <a:pt x="2526187" y="46187"/>
                  <a:pt x="2212729" y="18288"/>
                </a:cubicBezTo>
                <a:cubicBezTo>
                  <a:pt x="1899271" y="-9611"/>
                  <a:pt x="1966289" y="29692"/>
                  <a:pt x="1733809" y="18288"/>
                </a:cubicBezTo>
                <a:cubicBezTo>
                  <a:pt x="1501329" y="6884"/>
                  <a:pt x="1343612" y="12492"/>
                  <a:pt x="1085146" y="18288"/>
                </a:cubicBezTo>
                <a:cubicBezTo>
                  <a:pt x="826680" y="24084"/>
                  <a:pt x="778184" y="35607"/>
                  <a:pt x="521355" y="18288"/>
                </a:cubicBezTo>
                <a:cubicBezTo>
                  <a:pt x="264526" y="969"/>
                  <a:pt x="120277" y="4268"/>
                  <a:pt x="0" y="18288"/>
                </a:cubicBezTo>
                <a:cubicBezTo>
                  <a:pt x="766" y="10800"/>
                  <a:pt x="-457" y="8180"/>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D9C424B7-5303-775F-9601-8E9E799BE4C7}"/>
              </a:ext>
            </a:extLst>
          </p:cNvPr>
          <p:cNvSpPr>
            <a:spLocks noGrp="1"/>
          </p:cNvSpPr>
          <p:nvPr>
            <p:ph idx="1"/>
          </p:nvPr>
        </p:nvSpPr>
        <p:spPr>
          <a:xfrm>
            <a:off x="640080" y="2706624"/>
            <a:ext cx="6894576" cy="3483864"/>
          </a:xfrm>
        </p:spPr>
        <p:txBody>
          <a:bodyPr vert="horz" lIns="91440" tIns="45720" rIns="91440" bIns="45720" rtlCol="0">
            <a:normAutofit/>
          </a:bodyPr>
          <a:lstStyle/>
          <a:p>
            <a:r>
              <a:rPr lang="en-US" sz="1900"/>
              <a:t>Scale 0-4 (0 being critically low, 4 being well supplied)</a:t>
            </a:r>
          </a:p>
          <a:p>
            <a:r>
              <a:rPr lang="en-US" sz="1900">
                <a:ea typeface="+mn-lt"/>
                <a:cs typeface="+mn-lt"/>
              </a:rPr>
              <a:t>The two tables show which states were the best supplied in terms of having respirators versus the worst. </a:t>
            </a:r>
          </a:p>
          <a:p>
            <a:r>
              <a:rPr lang="en-US" sz="1900">
                <a:ea typeface="+mn-lt"/>
                <a:cs typeface="+mn-lt"/>
              </a:rPr>
              <a:t>An interesting note is that the hospitals with the most patients do not appear in the worst states. Typically busy hospitals could experience shortage, but in this case it does not. </a:t>
            </a:r>
          </a:p>
          <a:p>
            <a:r>
              <a:rPr lang="en-US" sz="1900">
                <a:ea typeface="+mn-lt"/>
                <a:cs typeface="+mn-lt"/>
              </a:rPr>
              <a:t>The trend seems to be pointing towards hospitals that didn’t expect an increase in demand</a:t>
            </a:r>
            <a:endParaRPr lang="en-US" sz="1900"/>
          </a:p>
          <a:p>
            <a:r>
              <a:rPr lang="en-US" sz="1900"/>
              <a:t>In terms of respirator supplies, even the worst hospitals had a rating of 3 (exception of Mississippi) , which suggest most states were well supplied in terms of respirators</a:t>
            </a:r>
          </a:p>
        </p:txBody>
      </p:sp>
      <p:pic>
        <p:nvPicPr>
          <p:cNvPr id="4" name="Picture 3" descr="A screenshot of a computer&#10;&#10;AI-generated content may be incorrect.">
            <a:extLst>
              <a:ext uri="{FF2B5EF4-FFF2-40B4-BE49-F238E27FC236}">
                <a16:creationId xmlns:a16="http://schemas.microsoft.com/office/drawing/2014/main" id="{8B50ED0F-3B6D-CB59-7959-4F3093C0CD86}"/>
              </a:ext>
            </a:extLst>
          </p:cNvPr>
          <p:cNvPicPr>
            <a:picLocks noChangeAspect="1"/>
          </p:cNvPicPr>
          <p:nvPr/>
        </p:nvPicPr>
        <p:blipFill>
          <a:blip r:embed="rId2"/>
          <a:stretch>
            <a:fillRect/>
          </a:stretch>
        </p:blipFill>
        <p:spPr>
          <a:xfrm>
            <a:off x="8535159" y="628196"/>
            <a:ext cx="2652286" cy="2966982"/>
          </a:xfrm>
          <a:prstGeom prst="rect">
            <a:avLst/>
          </a:prstGeom>
        </p:spPr>
      </p:pic>
      <p:pic>
        <p:nvPicPr>
          <p:cNvPr id="5" name="Picture 4" descr="A screenshot of a computer code&#10;&#10;AI-generated content may be incorrect.">
            <a:extLst>
              <a:ext uri="{FF2B5EF4-FFF2-40B4-BE49-F238E27FC236}">
                <a16:creationId xmlns:a16="http://schemas.microsoft.com/office/drawing/2014/main" id="{DEFC596C-954D-5C25-7E2D-CE6D249281E1}"/>
              </a:ext>
            </a:extLst>
          </p:cNvPr>
          <p:cNvPicPr>
            <a:picLocks noChangeAspect="1"/>
          </p:cNvPicPr>
          <p:nvPr/>
        </p:nvPicPr>
        <p:blipFill>
          <a:blip r:embed="rId3"/>
          <a:stretch>
            <a:fillRect/>
          </a:stretch>
        </p:blipFill>
        <p:spPr>
          <a:xfrm>
            <a:off x="8535597" y="3866991"/>
            <a:ext cx="2652411" cy="2726070"/>
          </a:xfrm>
          <a:prstGeom prst="rect">
            <a:avLst/>
          </a:prstGeom>
        </p:spPr>
      </p:pic>
      <p:sp>
        <p:nvSpPr>
          <p:cNvPr id="7" name="TextBox 6">
            <a:extLst>
              <a:ext uri="{FF2B5EF4-FFF2-40B4-BE49-F238E27FC236}">
                <a16:creationId xmlns:a16="http://schemas.microsoft.com/office/drawing/2014/main" id="{2880C243-54E3-99FE-C6A0-A8C14C19A5C1}"/>
              </a:ext>
            </a:extLst>
          </p:cNvPr>
          <p:cNvSpPr txBox="1"/>
          <p:nvPr/>
        </p:nvSpPr>
        <p:spPr>
          <a:xfrm>
            <a:off x="7459115" y="6407164"/>
            <a:ext cx="3734311"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t>Slide 7</a:t>
            </a:r>
          </a:p>
        </p:txBody>
      </p:sp>
    </p:spTree>
    <p:extLst>
      <p:ext uri="{BB962C8B-B14F-4D97-AF65-F5344CB8AC3E}">
        <p14:creationId xmlns:p14="http://schemas.microsoft.com/office/powerpoint/2010/main" val="102422374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743AA782-23D1-4521-8CAD-47662984AA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B385227-8D9F-AAAB-11C6-5B00160D3B68}"/>
              </a:ext>
            </a:extLst>
          </p:cNvPr>
          <p:cNvSpPr>
            <a:spLocks noGrp="1"/>
          </p:cNvSpPr>
          <p:nvPr>
            <p:ph type="title"/>
          </p:nvPr>
        </p:nvSpPr>
        <p:spPr>
          <a:xfrm>
            <a:off x="630936" y="640080"/>
            <a:ext cx="4818888" cy="1481328"/>
          </a:xfrm>
        </p:spPr>
        <p:txBody>
          <a:bodyPr anchor="b">
            <a:normAutofit/>
          </a:bodyPr>
          <a:lstStyle/>
          <a:p>
            <a:r>
              <a:rPr lang="en-US" sz="3800"/>
              <a:t>Rate of Critical Staffing Shortages by State</a:t>
            </a:r>
          </a:p>
        </p:txBody>
      </p:sp>
      <p:sp>
        <p:nvSpPr>
          <p:cNvPr id="11" name="sketch line">
            <a:extLst>
              <a:ext uri="{FF2B5EF4-FFF2-40B4-BE49-F238E27FC236}">
                <a16:creationId xmlns:a16="http://schemas.microsoft.com/office/drawing/2014/main" id="{71877DBC-BB60-40F0-AC93-2ACDBAAE60C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278" y="2372868"/>
            <a:ext cx="3255095" cy="18288"/>
          </a:xfrm>
          <a:custGeom>
            <a:avLst/>
            <a:gdLst>
              <a:gd name="csX0" fmla="*/ 0 w 3255095"/>
              <a:gd name="csY0" fmla="*/ 0 h 18288"/>
              <a:gd name="csX1" fmla="*/ 618468 w 3255095"/>
              <a:gd name="csY1" fmla="*/ 0 h 18288"/>
              <a:gd name="csX2" fmla="*/ 1269487 w 3255095"/>
              <a:gd name="csY2" fmla="*/ 0 h 18288"/>
              <a:gd name="csX3" fmla="*/ 1953057 w 3255095"/>
              <a:gd name="csY3" fmla="*/ 0 h 18288"/>
              <a:gd name="csX4" fmla="*/ 2636627 w 3255095"/>
              <a:gd name="csY4" fmla="*/ 0 h 18288"/>
              <a:gd name="csX5" fmla="*/ 3255095 w 3255095"/>
              <a:gd name="csY5" fmla="*/ 0 h 18288"/>
              <a:gd name="csX6" fmla="*/ 3255095 w 3255095"/>
              <a:gd name="csY6" fmla="*/ 18288 h 18288"/>
              <a:gd name="csX7" fmla="*/ 2538974 w 3255095"/>
              <a:gd name="csY7" fmla="*/ 18288 h 18288"/>
              <a:gd name="csX8" fmla="*/ 1822853 w 3255095"/>
              <a:gd name="csY8" fmla="*/ 18288 h 18288"/>
              <a:gd name="csX9" fmla="*/ 1171834 w 3255095"/>
              <a:gd name="csY9" fmla="*/ 18288 h 18288"/>
              <a:gd name="csX10" fmla="*/ 0 w 3255095"/>
              <a:gd name="csY10" fmla="*/ 18288 h 18288"/>
              <a:gd name="csX11" fmla="*/ 0 w 3255095"/>
              <a:gd name="csY11"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3255095" h="18288" fill="none" extrusionOk="0">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extrusionOk="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F837E2AA-E844-1228-3F7E-D402CCE3F757}"/>
              </a:ext>
            </a:extLst>
          </p:cNvPr>
          <p:cNvSpPr>
            <a:spLocks noGrp="1"/>
          </p:cNvSpPr>
          <p:nvPr>
            <p:ph idx="1"/>
          </p:nvPr>
        </p:nvSpPr>
        <p:spPr>
          <a:xfrm>
            <a:off x="630936" y="2660904"/>
            <a:ext cx="4818888" cy="3547872"/>
          </a:xfrm>
        </p:spPr>
        <p:txBody>
          <a:bodyPr vert="horz" lIns="91440" tIns="45720" rIns="91440" bIns="45720" rtlCol="0" anchor="t">
            <a:normAutofit/>
          </a:bodyPr>
          <a:lstStyle/>
          <a:p>
            <a:r>
              <a:rPr lang="en-US" sz="1500">
                <a:ea typeface="+mn-lt"/>
                <a:cs typeface="+mn-lt"/>
              </a:rPr>
              <a:t>This bar chart shows how frequently hospitals in each state reported critical staffing shortages, highlighting one of the most important operational pressures on the healthcare system. </a:t>
            </a:r>
          </a:p>
          <a:p>
            <a:r>
              <a:rPr lang="en-US" sz="1500">
                <a:ea typeface="+mn-lt"/>
                <a:cs typeface="+mn-lt"/>
              </a:rPr>
              <a:t>The states are ordered from highest to lowest shortage rate, making it easy to identify where staffing strain is most severe</a:t>
            </a:r>
          </a:p>
          <a:p>
            <a:r>
              <a:rPr lang="en-US" sz="1500">
                <a:ea typeface="+mn-lt"/>
                <a:cs typeface="+mn-lt"/>
              </a:rPr>
              <a:t>A small group of states stands out with exceptionally high shortage rates, with the top state reporting a value above 25, indicating widespread staffing challenges across its hospitals. </a:t>
            </a:r>
          </a:p>
          <a:p>
            <a:r>
              <a:rPr lang="en-US" sz="1500">
                <a:ea typeface="+mn-lt"/>
                <a:cs typeface="+mn-lt"/>
              </a:rPr>
              <a:t>Several other states report values between 10 and 20, suggesting persistent difficulties maintaining adequate staffing levels.</a:t>
            </a:r>
            <a:endParaRPr lang="en-US" sz="1500"/>
          </a:p>
        </p:txBody>
      </p:sp>
      <p:pic>
        <p:nvPicPr>
          <p:cNvPr id="4" name="Picture 3" descr="A graph of a number of workers&#10;&#10;AI-generated content may be incorrect.">
            <a:extLst>
              <a:ext uri="{FF2B5EF4-FFF2-40B4-BE49-F238E27FC236}">
                <a16:creationId xmlns:a16="http://schemas.microsoft.com/office/drawing/2014/main" id="{BB213ED4-75B7-E330-BB7A-0C90C0ED67ED}"/>
              </a:ext>
            </a:extLst>
          </p:cNvPr>
          <p:cNvPicPr>
            <a:picLocks noChangeAspect="1"/>
          </p:cNvPicPr>
          <p:nvPr/>
        </p:nvPicPr>
        <p:blipFill>
          <a:blip r:embed="rId2"/>
          <a:stretch>
            <a:fillRect/>
          </a:stretch>
        </p:blipFill>
        <p:spPr>
          <a:xfrm>
            <a:off x="6099048" y="1470595"/>
            <a:ext cx="5458968" cy="3916809"/>
          </a:xfrm>
          <a:prstGeom prst="rect">
            <a:avLst/>
          </a:prstGeom>
        </p:spPr>
      </p:pic>
      <p:sp>
        <p:nvSpPr>
          <p:cNvPr id="6" name="TextBox 5">
            <a:extLst>
              <a:ext uri="{FF2B5EF4-FFF2-40B4-BE49-F238E27FC236}">
                <a16:creationId xmlns:a16="http://schemas.microsoft.com/office/drawing/2014/main" id="{5D180343-2039-B36E-1421-BD36A771A60C}"/>
              </a:ext>
            </a:extLst>
          </p:cNvPr>
          <p:cNvSpPr txBox="1"/>
          <p:nvPr/>
        </p:nvSpPr>
        <p:spPr>
          <a:xfrm>
            <a:off x="7816001" y="6339645"/>
            <a:ext cx="3734311"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t>Slide 8</a:t>
            </a:r>
          </a:p>
        </p:txBody>
      </p:sp>
    </p:spTree>
    <p:extLst>
      <p:ext uri="{BB962C8B-B14F-4D97-AF65-F5344CB8AC3E}">
        <p14:creationId xmlns:p14="http://schemas.microsoft.com/office/powerpoint/2010/main" val="21018467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0B9EE3F3-89B7-43C3-8651-C4C96830993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C0CFFEA-1A37-EBC6-F038-623A8F1A807B}"/>
              </a:ext>
            </a:extLst>
          </p:cNvPr>
          <p:cNvSpPr>
            <a:spLocks noGrp="1"/>
          </p:cNvSpPr>
          <p:nvPr>
            <p:ph type="title"/>
          </p:nvPr>
        </p:nvSpPr>
        <p:spPr>
          <a:xfrm>
            <a:off x="411480" y="991443"/>
            <a:ext cx="4443154" cy="1087819"/>
          </a:xfrm>
        </p:spPr>
        <p:txBody>
          <a:bodyPr vert="horz" lIns="91440" tIns="45720" rIns="91440" bIns="45720" rtlCol="0" anchor="b">
            <a:normAutofit/>
          </a:bodyPr>
          <a:lstStyle/>
          <a:p>
            <a:r>
              <a:rPr lang="en-US" sz="3400" kern="1200">
                <a:solidFill>
                  <a:schemeClr val="tx1"/>
                </a:solidFill>
                <a:latin typeface="+mj-lt"/>
                <a:ea typeface="+mj-ea"/>
                <a:cs typeface="+mj-cs"/>
              </a:rPr>
              <a:t>Missed reporting by state </a:t>
            </a:r>
          </a:p>
        </p:txBody>
      </p:sp>
      <p:sp>
        <p:nvSpPr>
          <p:cNvPr id="14" name="Rectangle 13">
            <a:extLst>
              <a:ext uri="{FF2B5EF4-FFF2-40B4-BE49-F238E27FC236}">
                <a16:creationId xmlns:a16="http://schemas.microsoft.com/office/drawing/2014/main" id="{33AE4636-AEEC-45D6-84D4-7AC2DA48EC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649223" y="387939"/>
            <a:ext cx="73152" cy="5486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16" name="Rectangle 15">
            <a:extLst>
              <a:ext uri="{FF2B5EF4-FFF2-40B4-BE49-F238E27FC236}">
                <a16:creationId xmlns:a16="http://schemas.microsoft.com/office/drawing/2014/main" id="{8D9CE0F4-2EB2-4F1F-8AAC-DB3571D9FE1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11480" y="2285541"/>
            <a:ext cx="4389120" cy="18288"/>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7" name="TextBox 6">
            <a:extLst>
              <a:ext uri="{FF2B5EF4-FFF2-40B4-BE49-F238E27FC236}">
                <a16:creationId xmlns:a16="http://schemas.microsoft.com/office/drawing/2014/main" id="{3ED83EC2-FF8C-0107-9D44-FC2F61A9431D}"/>
              </a:ext>
            </a:extLst>
          </p:cNvPr>
          <p:cNvSpPr txBox="1"/>
          <p:nvPr/>
        </p:nvSpPr>
        <p:spPr>
          <a:xfrm>
            <a:off x="411480" y="2684095"/>
            <a:ext cx="4443154" cy="3492868"/>
          </a:xfrm>
          <a:prstGeom prst="rect">
            <a:avLst/>
          </a:prstGeom>
        </p:spPr>
        <p:txBody>
          <a:bodyPr rot="0" spcFirstLastPara="0" vertOverflow="overflow" horzOverflow="overflow" vert="horz" lIns="91440" tIns="45720" rIns="91440" bIns="45720" numCol="1" spcCol="0" rtlCol="0" fromWordArt="0" anchorCtr="0" forceAA="0" compatLnSpc="1">
            <a:prstTxWarp prst="textNoShape">
              <a:avLst/>
            </a:prstTxWarp>
            <a:normAutofit/>
          </a:bodyPr>
          <a:lstStyle/>
          <a:p>
            <a:pPr marL="285750" indent="-228600">
              <a:lnSpc>
                <a:spcPct val="90000"/>
              </a:lnSpc>
              <a:spcAft>
                <a:spcPts val="600"/>
              </a:spcAft>
              <a:buFont typeface="Arial" panose="020B0604020202020204" pitchFamily="34" charset="0"/>
              <a:buChar char="•"/>
            </a:pPr>
            <a:r>
              <a:rPr lang="en-US"/>
              <a:t>Shows the </a:t>
            </a:r>
            <a:r>
              <a:rPr lang="en-US" b="1"/>
              <a:t>total number of missing hospital reporting dates</a:t>
            </a:r>
            <a:r>
              <a:rPr lang="en-US"/>
              <a:t> for each state.</a:t>
            </a:r>
          </a:p>
          <a:p>
            <a:pPr marL="285750" indent="-228600">
              <a:lnSpc>
                <a:spcPct val="90000"/>
              </a:lnSpc>
              <a:spcAft>
                <a:spcPts val="600"/>
              </a:spcAft>
              <a:buFont typeface="Arial" panose="020B0604020202020204" pitchFamily="34" charset="0"/>
              <a:buChar char="•"/>
            </a:pPr>
            <a:r>
              <a:rPr lang="en-US" b="1"/>
              <a:t>Y-axis:</a:t>
            </a:r>
            <a:r>
              <a:rPr lang="en-US"/>
              <a:t> total count of missing reporting dates.</a:t>
            </a:r>
          </a:p>
          <a:p>
            <a:pPr marL="285750" indent="-228600">
              <a:lnSpc>
                <a:spcPct val="90000"/>
              </a:lnSpc>
              <a:spcAft>
                <a:spcPts val="600"/>
              </a:spcAft>
              <a:buFont typeface="Arial" panose="020B0604020202020204" pitchFamily="34" charset="0"/>
              <a:buChar char="•"/>
            </a:pPr>
            <a:r>
              <a:rPr lang="en-US" b="1"/>
              <a:t>X-axis:</a:t>
            </a:r>
            <a:r>
              <a:rPr lang="en-US"/>
              <a:t> U.S. states.</a:t>
            </a:r>
          </a:p>
          <a:p>
            <a:pPr marL="285750" indent="-228600">
              <a:lnSpc>
                <a:spcPct val="90000"/>
              </a:lnSpc>
              <a:spcAft>
                <a:spcPts val="600"/>
              </a:spcAft>
              <a:buFont typeface="Arial" panose="020B0604020202020204" pitchFamily="34" charset="0"/>
              <a:buChar char="•"/>
            </a:pPr>
            <a:r>
              <a:rPr lang="en-US"/>
              <a:t>Highlights </a:t>
            </a:r>
            <a:r>
              <a:rPr lang="en-US" b="1"/>
              <a:t>which states have more incomplete data</a:t>
            </a:r>
            <a:r>
              <a:rPr lang="en-US"/>
              <a:t>, indicating potential gaps in reporting consistency.</a:t>
            </a:r>
          </a:p>
          <a:p>
            <a:pPr marL="285750" indent="-228600">
              <a:lnSpc>
                <a:spcPct val="90000"/>
              </a:lnSpc>
              <a:spcAft>
                <a:spcPts val="600"/>
              </a:spcAft>
              <a:buFont typeface="Arial" panose="020B0604020202020204" pitchFamily="34" charset="0"/>
              <a:buChar char="•"/>
            </a:pPr>
            <a:r>
              <a:rPr lang="en-US"/>
              <a:t>Helps identify where it may be </a:t>
            </a:r>
            <a:r>
              <a:rPr lang="en-US" b="1"/>
              <a:t>harder to make data-driven decisions</a:t>
            </a:r>
            <a:r>
              <a:rPr lang="en-US"/>
              <a:t> due to missing information.</a:t>
            </a:r>
          </a:p>
          <a:p>
            <a:pPr indent="-228600">
              <a:lnSpc>
                <a:spcPct val="90000"/>
              </a:lnSpc>
              <a:spcAft>
                <a:spcPts val="600"/>
              </a:spcAft>
              <a:buFont typeface="Arial" panose="020B0604020202020204" pitchFamily="34" charset="0"/>
              <a:buChar char="•"/>
            </a:pPr>
            <a:endParaRPr lang="en-US"/>
          </a:p>
        </p:txBody>
      </p:sp>
      <p:pic>
        <p:nvPicPr>
          <p:cNvPr id="4" name="Content Placeholder 3" descr="A graph of blue bars&#10;&#10;AI-generated content may be incorrect.">
            <a:extLst>
              <a:ext uri="{FF2B5EF4-FFF2-40B4-BE49-F238E27FC236}">
                <a16:creationId xmlns:a16="http://schemas.microsoft.com/office/drawing/2014/main" id="{66910731-2940-A4C4-D958-2AF5CF721935}"/>
              </a:ext>
            </a:extLst>
          </p:cNvPr>
          <p:cNvPicPr>
            <a:picLocks noGrp="1" noChangeAspect="1"/>
          </p:cNvPicPr>
          <p:nvPr>
            <p:ph idx="1"/>
          </p:nvPr>
        </p:nvPicPr>
        <p:blipFill>
          <a:blip r:embed="rId2"/>
          <a:stretch>
            <a:fillRect/>
          </a:stretch>
        </p:blipFill>
        <p:spPr>
          <a:xfrm>
            <a:off x="5385816" y="1509449"/>
            <a:ext cx="6440424" cy="3783748"/>
          </a:xfrm>
          <a:prstGeom prst="rect">
            <a:avLst/>
          </a:prstGeom>
        </p:spPr>
      </p:pic>
      <p:sp>
        <p:nvSpPr>
          <p:cNvPr id="5" name="TextBox 4">
            <a:extLst>
              <a:ext uri="{FF2B5EF4-FFF2-40B4-BE49-F238E27FC236}">
                <a16:creationId xmlns:a16="http://schemas.microsoft.com/office/drawing/2014/main" id="{464533E7-AAC6-467A-C8C6-BE42BC080A32}"/>
              </a:ext>
            </a:extLst>
          </p:cNvPr>
          <p:cNvSpPr txBox="1"/>
          <p:nvPr/>
        </p:nvSpPr>
        <p:spPr>
          <a:xfrm>
            <a:off x="7816001" y="6339645"/>
            <a:ext cx="3734311"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t>Slide 9</a:t>
            </a:r>
          </a:p>
        </p:txBody>
      </p:sp>
    </p:spTree>
    <p:extLst>
      <p:ext uri="{BB962C8B-B14F-4D97-AF65-F5344CB8AC3E}">
        <p14:creationId xmlns:p14="http://schemas.microsoft.com/office/powerpoint/2010/main" val="213139916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2B97F24A-32CE-4C1C-A50D-3016B394DCF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05DCAD8-A9EB-C6BC-7336-7886F7AF3583}"/>
              </a:ext>
            </a:extLst>
          </p:cNvPr>
          <p:cNvSpPr>
            <a:spLocks noGrp="1"/>
          </p:cNvSpPr>
          <p:nvPr>
            <p:ph type="title"/>
          </p:nvPr>
        </p:nvSpPr>
        <p:spPr>
          <a:xfrm>
            <a:off x="630936" y="639520"/>
            <a:ext cx="3429000" cy="1719072"/>
          </a:xfrm>
        </p:spPr>
        <p:txBody>
          <a:bodyPr vert="horz" lIns="91440" tIns="45720" rIns="91440" bIns="45720" rtlCol="0" anchor="b">
            <a:normAutofit/>
          </a:bodyPr>
          <a:lstStyle/>
          <a:p>
            <a:r>
              <a:rPr lang="en-US" sz="3800" kern="1200">
                <a:solidFill>
                  <a:schemeClr val="tx1"/>
                </a:solidFill>
                <a:latin typeface="+mj-lt"/>
                <a:ea typeface="+mj-ea"/>
                <a:cs typeface="+mj-cs"/>
              </a:rPr>
              <a:t>Hospitals with less than 3 days of PPE supply </a:t>
            </a:r>
          </a:p>
        </p:txBody>
      </p:sp>
      <p:sp>
        <p:nvSpPr>
          <p:cNvPr id="13" name="sketch line">
            <a:extLst>
              <a:ext uri="{FF2B5EF4-FFF2-40B4-BE49-F238E27FC236}">
                <a16:creationId xmlns:a16="http://schemas.microsoft.com/office/drawing/2014/main" id="{CD8B4F24-440B-49E9-B85D-733523DC064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278" y="2573756"/>
            <a:ext cx="3255095" cy="18288"/>
          </a:xfrm>
          <a:custGeom>
            <a:avLst/>
            <a:gdLst>
              <a:gd name="csX0" fmla="*/ 0 w 3255095"/>
              <a:gd name="csY0" fmla="*/ 0 h 18288"/>
              <a:gd name="csX1" fmla="*/ 618468 w 3255095"/>
              <a:gd name="csY1" fmla="*/ 0 h 18288"/>
              <a:gd name="csX2" fmla="*/ 1269487 w 3255095"/>
              <a:gd name="csY2" fmla="*/ 0 h 18288"/>
              <a:gd name="csX3" fmla="*/ 1953057 w 3255095"/>
              <a:gd name="csY3" fmla="*/ 0 h 18288"/>
              <a:gd name="csX4" fmla="*/ 2636627 w 3255095"/>
              <a:gd name="csY4" fmla="*/ 0 h 18288"/>
              <a:gd name="csX5" fmla="*/ 3255095 w 3255095"/>
              <a:gd name="csY5" fmla="*/ 0 h 18288"/>
              <a:gd name="csX6" fmla="*/ 3255095 w 3255095"/>
              <a:gd name="csY6" fmla="*/ 18288 h 18288"/>
              <a:gd name="csX7" fmla="*/ 2538974 w 3255095"/>
              <a:gd name="csY7" fmla="*/ 18288 h 18288"/>
              <a:gd name="csX8" fmla="*/ 1822853 w 3255095"/>
              <a:gd name="csY8" fmla="*/ 18288 h 18288"/>
              <a:gd name="csX9" fmla="*/ 1171834 w 3255095"/>
              <a:gd name="csY9" fmla="*/ 18288 h 18288"/>
              <a:gd name="csX10" fmla="*/ 0 w 3255095"/>
              <a:gd name="csY10" fmla="*/ 18288 h 18288"/>
              <a:gd name="csX11" fmla="*/ 0 w 3255095"/>
              <a:gd name="csY11"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3255095" h="18288" fill="none" extrusionOk="0">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extrusionOk="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859C02AE-7659-E22C-B0E0-5C6485B10E77}"/>
              </a:ext>
            </a:extLst>
          </p:cNvPr>
          <p:cNvSpPr txBox="1"/>
          <p:nvPr/>
        </p:nvSpPr>
        <p:spPr>
          <a:xfrm>
            <a:off x="630936" y="2807208"/>
            <a:ext cx="3429000" cy="3410712"/>
          </a:xfrm>
          <a:prstGeom prst="rect">
            <a:avLst/>
          </a:prstGeom>
        </p:spPr>
        <p:txBody>
          <a:bodyPr rot="0" spcFirstLastPara="0" vertOverflow="overflow" horzOverflow="overflow" vert="horz" lIns="91440" tIns="45720" rIns="91440" bIns="45720" numCol="1" spcCol="0" rtlCol="0" fromWordArt="0" anchor="t" anchorCtr="0" forceAA="0" compatLnSpc="1">
            <a:prstTxWarp prst="textNoShape">
              <a:avLst/>
            </a:prstTxWarp>
            <a:normAutofit/>
          </a:bodyPr>
          <a:lstStyle/>
          <a:p>
            <a:pPr marL="285750" indent="-228600">
              <a:lnSpc>
                <a:spcPct val="90000"/>
              </a:lnSpc>
              <a:spcAft>
                <a:spcPts val="600"/>
              </a:spcAft>
              <a:buFont typeface="Arial" panose="020B0604020202020204" pitchFamily="34" charset="0"/>
              <a:buChar char="•"/>
            </a:pPr>
            <a:r>
              <a:rPr lang="en-US" sz="1400"/>
              <a:t>Displays the percentage of hospitals in each U.S. state with </a:t>
            </a:r>
            <a:r>
              <a:rPr lang="en-US" sz="1400" b="1"/>
              <a:t>fewer than three days’ supply of essential PPE</a:t>
            </a:r>
            <a:r>
              <a:rPr lang="en-US" sz="1400"/>
              <a:t>.</a:t>
            </a:r>
          </a:p>
          <a:p>
            <a:pPr marL="285750" indent="-228600">
              <a:lnSpc>
                <a:spcPct val="90000"/>
              </a:lnSpc>
              <a:spcAft>
                <a:spcPts val="600"/>
              </a:spcAft>
              <a:buFont typeface="Arial" panose="020B0604020202020204" pitchFamily="34" charset="0"/>
              <a:buChar char="•"/>
            </a:pPr>
            <a:r>
              <a:rPr lang="en-US" sz="1400"/>
              <a:t>States are </a:t>
            </a:r>
            <a:r>
              <a:rPr lang="en-US" sz="1400" b="1"/>
              <a:t>ranked from highest to lowest</a:t>
            </a:r>
            <a:r>
              <a:rPr lang="en-US" sz="1400"/>
              <a:t>, highlighting where shortages were most severe.</a:t>
            </a:r>
          </a:p>
          <a:p>
            <a:pPr marL="285750" indent="-228600">
              <a:lnSpc>
                <a:spcPct val="90000"/>
              </a:lnSpc>
              <a:spcAft>
                <a:spcPts val="600"/>
              </a:spcAft>
              <a:buFont typeface="Arial" panose="020B0604020202020204" pitchFamily="34" charset="0"/>
              <a:buChar char="•"/>
            </a:pPr>
            <a:r>
              <a:rPr lang="en-US" sz="1400"/>
              <a:t>States at the top show a </a:t>
            </a:r>
            <a:r>
              <a:rPr lang="en-US" sz="1400" b="1"/>
              <a:t>larger share of hospitals with critically low PPE</a:t>
            </a:r>
            <a:r>
              <a:rPr lang="en-US" sz="1400"/>
              <a:t>, signaling higher strain or demand surges.</a:t>
            </a:r>
          </a:p>
          <a:p>
            <a:pPr marL="285750" indent="-228600">
              <a:lnSpc>
                <a:spcPct val="90000"/>
              </a:lnSpc>
              <a:spcAft>
                <a:spcPts val="600"/>
              </a:spcAft>
              <a:buFont typeface="Arial" panose="020B0604020202020204" pitchFamily="34" charset="0"/>
              <a:buChar char="•"/>
            </a:pPr>
            <a:r>
              <a:rPr lang="en-US" sz="1400"/>
              <a:t>Percentages decline further down the chart, showing </a:t>
            </a:r>
            <a:r>
              <a:rPr lang="en-US" sz="1400" b="1"/>
              <a:t>states with more stable and adequate PPE inventories</a:t>
            </a:r>
            <a:r>
              <a:rPr lang="en-US" sz="1400"/>
              <a:t>.</a:t>
            </a:r>
          </a:p>
          <a:p>
            <a:pPr indent="-228600">
              <a:lnSpc>
                <a:spcPct val="90000"/>
              </a:lnSpc>
              <a:spcAft>
                <a:spcPts val="600"/>
              </a:spcAft>
              <a:buFont typeface="Arial" panose="020B0604020202020204" pitchFamily="34" charset="0"/>
              <a:buChar char="•"/>
            </a:pPr>
            <a:endParaRPr lang="en-US" sz="1400"/>
          </a:p>
        </p:txBody>
      </p:sp>
      <p:pic>
        <p:nvPicPr>
          <p:cNvPr id="4" name="Content Placeholder 3" descr="A graph with numbers and text&#10;&#10;AI-generated content may be incorrect.">
            <a:extLst>
              <a:ext uri="{FF2B5EF4-FFF2-40B4-BE49-F238E27FC236}">
                <a16:creationId xmlns:a16="http://schemas.microsoft.com/office/drawing/2014/main" id="{FEA3857A-9EFF-57BE-AB57-9C70C38D7A27}"/>
              </a:ext>
            </a:extLst>
          </p:cNvPr>
          <p:cNvPicPr>
            <a:picLocks noGrp="1" noChangeAspect="1"/>
          </p:cNvPicPr>
          <p:nvPr>
            <p:ph idx="1"/>
          </p:nvPr>
        </p:nvPicPr>
        <p:blipFill>
          <a:blip r:embed="rId2"/>
          <a:stretch>
            <a:fillRect/>
          </a:stretch>
        </p:blipFill>
        <p:spPr>
          <a:xfrm>
            <a:off x="4654296" y="1418291"/>
            <a:ext cx="6903720" cy="4021417"/>
          </a:xfrm>
          <a:prstGeom prst="rect">
            <a:avLst/>
          </a:prstGeom>
        </p:spPr>
      </p:pic>
      <p:sp>
        <p:nvSpPr>
          <p:cNvPr id="5" name="TextBox 4">
            <a:extLst>
              <a:ext uri="{FF2B5EF4-FFF2-40B4-BE49-F238E27FC236}">
                <a16:creationId xmlns:a16="http://schemas.microsoft.com/office/drawing/2014/main" id="{5C79DDAE-1E71-3308-E51C-EDA13F61DB16}"/>
              </a:ext>
            </a:extLst>
          </p:cNvPr>
          <p:cNvSpPr txBox="1"/>
          <p:nvPr/>
        </p:nvSpPr>
        <p:spPr>
          <a:xfrm>
            <a:off x="7816001" y="6339645"/>
            <a:ext cx="3734311"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t>Slide 10</a:t>
            </a:r>
          </a:p>
        </p:txBody>
      </p:sp>
    </p:spTree>
    <p:extLst>
      <p:ext uri="{BB962C8B-B14F-4D97-AF65-F5344CB8AC3E}">
        <p14:creationId xmlns:p14="http://schemas.microsoft.com/office/powerpoint/2010/main" val="359954496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743AA782-23D1-4521-8CAD-47662984AA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8D7D07A-8A89-7568-699D-916134E4C76B}"/>
              </a:ext>
            </a:extLst>
          </p:cNvPr>
          <p:cNvSpPr>
            <a:spLocks noGrp="1"/>
          </p:cNvSpPr>
          <p:nvPr>
            <p:ph type="title"/>
          </p:nvPr>
        </p:nvSpPr>
        <p:spPr>
          <a:xfrm>
            <a:off x="630936" y="640080"/>
            <a:ext cx="4818888" cy="1481328"/>
          </a:xfrm>
        </p:spPr>
        <p:txBody>
          <a:bodyPr anchor="b">
            <a:normAutofit/>
          </a:bodyPr>
          <a:lstStyle/>
          <a:p>
            <a:r>
              <a:rPr lang="en-US" sz="4200"/>
              <a:t>Hospitals Reporting Staffing Shortages</a:t>
            </a:r>
          </a:p>
        </p:txBody>
      </p:sp>
      <p:sp>
        <p:nvSpPr>
          <p:cNvPr id="12" name="sketch line">
            <a:extLst>
              <a:ext uri="{FF2B5EF4-FFF2-40B4-BE49-F238E27FC236}">
                <a16:creationId xmlns:a16="http://schemas.microsoft.com/office/drawing/2014/main" id="{71877DBC-BB60-40F0-AC93-2ACDBAAE60C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278" y="2372868"/>
            <a:ext cx="3255095" cy="18288"/>
          </a:xfrm>
          <a:custGeom>
            <a:avLst/>
            <a:gdLst>
              <a:gd name="csX0" fmla="*/ 0 w 3255095"/>
              <a:gd name="csY0" fmla="*/ 0 h 18288"/>
              <a:gd name="csX1" fmla="*/ 618468 w 3255095"/>
              <a:gd name="csY1" fmla="*/ 0 h 18288"/>
              <a:gd name="csX2" fmla="*/ 1269487 w 3255095"/>
              <a:gd name="csY2" fmla="*/ 0 h 18288"/>
              <a:gd name="csX3" fmla="*/ 1953057 w 3255095"/>
              <a:gd name="csY3" fmla="*/ 0 h 18288"/>
              <a:gd name="csX4" fmla="*/ 2636627 w 3255095"/>
              <a:gd name="csY4" fmla="*/ 0 h 18288"/>
              <a:gd name="csX5" fmla="*/ 3255095 w 3255095"/>
              <a:gd name="csY5" fmla="*/ 0 h 18288"/>
              <a:gd name="csX6" fmla="*/ 3255095 w 3255095"/>
              <a:gd name="csY6" fmla="*/ 18288 h 18288"/>
              <a:gd name="csX7" fmla="*/ 2538974 w 3255095"/>
              <a:gd name="csY7" fmla="*/ 18288 h 18288"/>
              <a:gd name="csX8" fmla="*/ 1822853 w 3255095"/>
              <a:gd name="csY8" fmla="*/ 18288 h 18288"/>
              <a:gd name="csX9" fmla="*/ 1171834 w 3255095"/>
              <a:gd name="csY9" fmla="*/ 18288 h 18288"/>
              <a:gd name="csX10" fmla="*/ 0 w 3255095"/>
              <a:gd name="csY10" fmla="*/ 18288 h 18288"/>
              <a:gd name="csX11" fmla="*/ 0 w 3255095"/>
              <a:gd name="csY11"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3255095" h="18288" fill="none" extrusionOk="0">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extrusionOk="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4AB9FD6A-927E-176B-0D6F-D706FD6F3174}"/>
              </a:ext>
            </a:extLst>
          </p:cNvPr>
          <p:cNvSpPr>
            <a:spLocks noGrp="1"/>
          </p:cNvSpPr>
          <p:nvPr>
            <p:ph idx="1"/>
          </p:nvPr>
        </p:nvSpPr>
        <p:spPr>
          <a:xfrm>
            <a:off x="630936" y="2660904"/>
            <a:ext cx="4818888" cy="3547872"/>
          </a:xfrm>
        </p:spPr>
        <p:txBody>
          <a:bodyPr vert="horz" lIns="91440" tIns="45720" rIns="91440" bIns="45720" rtlCol="0" anchor="t">
            <a:normAutofit/>
          </a:bodyPr>
          <a:lstStyle/>
          <a:p>
            <a:r>
              <a:rPr lang="en-US" sz="2000"/>
              <a:t>Shows percent of hospitals in each state with </a:t>
            </a:r>
            <a:r>
              <a:rPr lang="en-US" sz="2000" i="1"/>
              <a:t>critical staffing shortages</a:t>
            </a:r>
            <a:r>
              <a:rPr lang="en-US" sz="2000"/>
              <a:t>. </a:t>
            </a:r>
          </a:p>
          <a:p>
            <a:r>
              <a:rPr lang="en-US" sz="2000"/>
              <a:t>Several states exceed </a:t>
            </a:r>
            <a:r>
              <a:rPr lang="en-US" sz="2000" b="1"/>
              <a:t>20–30%</a:t>
            </a:r>
            <a:r>
              <a:rPr lang="en-US" sz="2000"/>
              <a:t> reporting shortages. </a:t>
            </a:r>
          </a:p>
          <a:p>
            <a:r>
              <a:rPr lang="en-US" sz="2000"/>
              <a:t>Staffing shortages are </a:t>
            </a:r>
            <a:r>
              <a:rPr lang="en-US" sz="2000" b="1"/>
              <a:t>more widespread</a:t>
            </a:r>
            <a:r>
              <a:rPr lang="en-US" sz="2000"/>
              <a:t> than PPE shortages. </a:t>
            </a:r>
          </a:p>
          <a:p>
            <a:r>
              <a:rPr lang="en-US" sz="2000"/>
              <a:t>Indicates hospitals were limited more by </a:t>
            </a:r>
            <a:r>
              <a:rPr lang="en-US" sz="2000" b="1"/>
              <a:t>manpower than materials</a:t>
            </a:r>
            <a:r>
              <a:rPr lang="en-US" sz="2000"/>
              <a:t>. </a:t>
            </a:r>
          </a:p>
          <a:p>
            <a:r>
              <a:rPr lang="en-US" sz="2000"/>
              <a:t>Critical takeaway: </a:t>
            </a:r>
            <a:r>
              <a:rPr lang="en-US" sz="2000" b="1"/>
              <a:t>Staffing = primary vulnerability</a:t>
            </a:r>
            <a:r>
              <a:rPr lang="en-US" sz="2000"/>
              <a:t>, not supplies.</a:t>
            </a:r>
          </a:p>
          <a:p>
            <a:endParaRPr lang="en-US" sz="2000"/>
          </a:p>
        </p:txBody>
      </p:sp>
      <p:pic>
        <p:nvPicPr>
          <p:cNvPr id="5" name="Picture 4" descr="A graph showing the number of patients in the hospital&#10;&#10;AI-generated content may be incorrect.">
            <a:extLst>
              <a:ext uri="{FF2B5EF4-FFF2-40B4-BE49-F238E27FC236}">
                <a16:creationId xmlns:a16="http://schemas.microsoft.com/office/drawing/2014/main" id="{BDD9B3D4-B191-F3F0-8F78-3C0BE349B000}"/>
              </a:ext>
            </a:extLst>
          </p:cNvPr>
          <p:cNvPicPr>
            <a:picLocks noChangeAspect="1"/>
          </p:cNvPicPr>
          <p:nvPr/>
        </p:nvPicPr>
        <p:blipFill>
          <a:blip r:embed="rId2"/>
          <a:stretch>
            <a:fillRect/>
          </a:stretch>
        </p:blipFill>
        <p:spPr>
          <a:xfrm>
            <a:off x="6099048" y="1743543"/>
            <a:ext cx="5458968" cy="3370914"/>
          </a:xfrm>
          <a:prstGeom prst="rect">
            <a:avLst/>
          </a:prstGeom>
        </p:spPr>
      </p:pic>
      <p:sp>
        <p:nvSpPr>
          <p:cNvPr id="6" name="TextBox 5">
            <a:extLst>
              <a:ext uri="{FF2B5EF4-FFF2-40B4-BE49-F238E27FC236}">
                <a16:creationId xmlns:a16="http://schemas.microsoft.com/office/drawing/2014/main" id="{1E95792D-4B32-B79D-153A-83FE726E5804}"/>
              </a:ext>
            </a:extLst>
          </p:cNvPr>
          <p:cNvSpPr txBox="1"/>
          <p:nvPr/>
        </p:nvSpPr>
        <p:spPr>
          <a:xfrm>
            <a:off x="7816001" y="6339645"/>
            <a:ext cx="3734311"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t>Slide 11</a:t>
            </a:r>
          </a:p>
        </p:txBody>
      </p:sp>
    </p:spTree>
    <p:extLst>
      <p:ext uri="{BB962C8B-B14F-4D97-AF65-F5344CB8AC3E}">
        <p14:creationId xmlns:p14="http://schemas.microsoft.com/office/powerpoint/2010/main" val="411109454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743AA782-23D1-4521-8CAD-47662984AA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3338350-8CD0-F1DD-C51D-B5B8C22ADD49}"/>
              </a:ext>
            </a:extLst>
          </p:cNvPr>
          <p:cNvSpPr>
            <a:spLocks noGrp="1"/>
          </p:cNvSpPr>
          <p:nvPr>
            <p:ph type="title"/>
          </p:nvPr>
        </p:nvSpPr>
        <p:spPr>
          <a:xfrm>
            <a:off x="630936" y="640080"/>
            <a:ext cx="4818888" cy="1481328"/>
          </a:xfrm>
        </p:spPr>
        <p:txBody>
          <a:bodyPr anchor="b">
            <a:normAutofit/>
          </a:bodyPr>
          <a:lstStyle/>
          <a:p>
            <a:r>
              <a:rPr lang="en-US" sz="5000"/>
              <a:t>Average Days of Total PPE Supply</a:t>
            </a:r>
          </a:p>
        </p:txBody>
      </p:sp>
      <p:sp>
        <p:nvSpPr>
          <p:cNvPr id="12" name="sketch line">
            <a:extLst>
              <a:ext uri="{FF2B5EF4-FFF2-40B4-BE49-F238E27FC236}">
                <a16:creationId xmlns:a16="http://schemas.microsoft.com/office/drawing/2014/main" id="{71877DBC-BB60-40F0-AC93-2ACDBAAE60C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278" y="2372868"/>
            <a:ext cx="3255095" cy="18288"/>
          </a:xfrm>
          <a:custGeom>
            <a:avLst/>
            <a:gdLst>
              <a:gd name="csX0" fmla="*/ 0 w 3255095"/>
              <a:gd name="csY0" fmla="*/ 0 h 18288"/>
              <a:gd name="csX1" fmla="*/ 618468 w 3255095"/>
              <a:gd name="csY1" fmla="*/ 0 h 18288"/>
              <a:gd name="csX2" fmla="*/ 1269487 w 3255095"/>
              <a:gd name="csY2" fmla="*/ 0 h 18288"/>
              <a:gd name="csX3" fmla="*/ 1953057 w 3255095"/>
              <a:gd name="csY3" fmla="*/ 0 h 18288"/>
              <a:gd name="csX4" fmla="*/ 2636627 w 3255095"/>
              <a:gd name="csY4" fmla="*/ 0 h 18288"/>
              <a:gd name="csX5" fmla="*/ 3255095 w 3255095"/>
              <a:gd name="csY5" fmla="*/ 0 h 18288"/>
              <a:gd name="csX6" fmla="*/ 3255095 w 3255095"/>
              <a:gd name="csY6" fmla="*/ 18288 h 18288"/>
              <a:gd name="csX7" fmla="*/ 2538974 w 3255095"/>
              <a:gd name="csY7" fmla="*/ 18288 h 18288"/>
              <a:gd name="csX8" fmla="*/ 1822853 w 3255095"/>
              <a:gd name="csY8" fmla="*/ 18288 h 18288"/>
              <a:gd name="csX9" fmla="*/ 1171834 w 3255095"/>
              <a:gd name="csY9" fmla="*/ 18288 h 18288"/>
              <a:gd name="csX10" fmla="*/ 0 w 3255095"/>
              <a:gd name="csY10" fmla="*/ 18288 h 18288"/>
              <a:gd name="csX11" fmla="*/ 0 w 3255095"/>
              <a:gd name="csY11"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3255095" h="18288" fill="none" extrusionOk="0">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extrusionOk="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EDC42BAF-749F-4A47-3BD5-19282CEFA9E0}"/>
              </a:ext>
            </a:extLst>
          </p:cNvPr>
          <p:cNvSpPr>
            <a:spLocks noGrp="1"/>
          </p:cNvSpPr>
          <p:nvPr>
            <p:ph idx="1"/>
          </p:nvPr>
        </p:nvSpPr>
        <p:spPr>
          <a:xfrm>
            <a:off x="630936" y="2660904"/>
            <a:ext cx="4818888" cy="3547872"/>
          </a:xfrm>
        </p:spPr>
        <p:txBody>
          <a:bodyPr vert="horz" lIns="91440" tIns="45720" rIns="91440" bIns="45720" rtlCol="0" anchor="t">
            <a:normAutofit/>
          </a:bodyPr>
          <a:lstStyle/>
          <a:p>
            <a:r>
              <a:rPr lang="en-US" sz="2000"/>
              <a:t>Combines all major PPE types (N95, masks, gowns, gloves, eye protection). </a:t>
            </a:r>
          </a:p>
          <a:p>
            <a:r>
              <a:rPr lang="en-US" sz="2000"/>
              <a:t>Most states maintain </a:t>
            </a:r>
            <a:r>
              <a:rPr lang="en-US" sz="2000" b="1"/>
              <a:t>3–4 days</a:t>
            </a:r>
            <a:r>
              <a:rPr lang="en-US" sz="2000"/>
              <a:t> of PPE on average. </a:t>
            </a:r>
          </a:p>
          <a:p>
            <a:r>
              <a:rPr lang="en-US" sz="2000"/>
              <a:t>Only a few states fall below the </a:t>
            </a:r>
            <a:r>
              <a:rPr lang="en-US" sz="2000" b="1"/>
              <a:t>3-day safety threshold</a:t>
            </a:r>
            <a:r>
              <a:rPr lang="en-US" sz="2000"/>
              <a:t>. </a:t>
            </a:r>
          </a:p>
          <a:p>
            <a:r>
              <a:rPr lang="en-US" sz="2000"/>
              <a:t>PPE supply chains remained </a:t>
            </a:r>
            <a:r>
              <a:rPr lang="en-US" sz="2000" b="1"/>
              <a:t>stable and predictable</a:t>
            </a:r>
            <a:r>
              <a:rPr lang="en-US" sz="2000"/>
              <a:t> nationwide. </a:t>
            </a:r>
          </a:p>
          <a:p>
            <a:r>
              <a:rPr lang="en-US" sz="2000"/>
              <a:t>Conclusion: </a:t>
            </a:r>
            <a:r>
              <a:rPr lang="en-US" sz="2000" b="1"/>
              <a:t>Hospitals generally had enough PPE</a:t>
            </a:r>
            <a:r>
              <a:rPr lang="en-US" sz="2000"/>
              <a:t> during high demand.</a:t>
            </a:r>
          </a:p>
          <a:p>
            <a:pPr marL="0" indent="0">
              <a:buNone/>
            </a:pPr>
            <a:endParaRPr lang="en-US" sz="2000"/>
          </a:p>
        </p:txBody>
      </p:sp>
      <p:pic>
        <p:nvPicPr>
          <p:cNvPr id="5" name="Picture 4">
            <a:extLst>
              <a:ext uri="{FF2B5EF4-FFF2-40B4-BE49-F238E27FC236}">
                <a16:creationId xmlns:a16="http://schemas.microsoft.com/office/drawing/2014/main" id="{69484A10-E8A2-F689-F266-71272F66520D}"/>
              </a:ext>
            </a:extLst>
          </p:cNvPr>
          <p:cNvPicPr>
            <a:picLocks noChangeAspect="1"/>
          </p:cNvPicPr>
          <p:nvPr/>
        </p:nvPicPr>
        <p:blipFill>
          <a:blip r:embed="rId2"/>
          <a:stretch>
            <a:fillRect/>
          </a:stretch>
        </p:blipFill>
        <p:spPr>
          <a:xfrm>
            <a:off x="6099048" y="1743543"/>
            <a:ext cx="5458968" cy="3370914"/>
          </a:xfrm>
          <a:prstGeom prst="rect">
            <a:avLst/>
          </a:prstGeom>
        </p:spPr>
      </p:pic>
      <p:sp>
        <p:nvSpPr>
          <p:cNvPr id="6" name="TextBox 5">
            <a:extLst>
              <a:ext uri="{FF2B5EF4-FFF2-40B4-BE49-F238E27FC236}">
                <a16:creationId xmlns:a16="http://schemas.microsoft.com/office/drawing/2014/main" id="{C0D7955B-BAA2-8F00-59BB-69B0696CEA78}"/>
              </a:ext>
            </a:extLst>
          </p:cNvPr>
          <p:cNvSpPr txBox="1"/>
          <p:nvPr/>
        </p:nvSpPr>
        <p:spPr>
          <a:xfrm>
            <a:off x="7816001" y="6339645"/>
            <a:ext cx="3734311"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t>Slide 12</a:t>
            </a:r>
          </a:p>
        </p:txBody>
      </p:sp>
    </p:spTree>
    <p:extLst>
      <p:ext uri="{BB962C8B-B14F-4D97-AF65-F5344CB8AC3E}">
        <p14:creationId xmlns:p14="http://schemas.microsoft.com/office/powerpoint/2010/main" val="144267531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119131-9E5E-3DE8-84AE-CF8AE1E8C7DB}"/>
              </a:ext>
            </a:extLst>
          </p:cNvPr>
          <p:cNvSpPr>
            <a:spLocks noGrp="1"/>
          </p:cNvSpPr>
          <p:nvPr>
            <p:ph type="title"/>
          </p:nvPr>
        </p:nvSpPr>
        <p:spPr/>
        <p:txBody>
          <a:bodyPr/>
          <a:lstStyle/>
          <a:p>
            <a:pPr algn="ctr"/>
            <a:r>
              <a:rPr lang="en-US">
                <a:ea typeface="+mj-lt"/>
                <a:cs typeface="+mj-lt"/>
              </a:rPr>
              <a:t>PPE Shortages vs Staffing Shortages</a:t>
            </a:r>
            <a:endParaRPr lang="en-US"/>
          </a:p>
        </p:txBody>
      </p:sp>
      <p:sp>
        <p:nvSpPr>
          <p:cNvPr id="3" name="Content Placeholder 2">
            <a:extLst>
              <a:ext uri="{FF2B5EF4-FFF2-40B4-BE49-F238E27FC236}">
                <a16:creationId xmlns:a16="http://schemas.microsoft.com/office/drawing/2014/main" id="{4D3E5DCC-0809-E352-4156-C22A8E25FDB2}"/>
              </a:ext>
            </a:extLst>
          </p:cNvPr>
          <p:cNvSpPr>
            <a:spLocks noGrp="1"/>
          </p:cNvSpPr>
          <p:nvPr>
            <p:ph idx="1"/>
          </p:nvPr>
        </p:nvSpPr>
        <p:spPr>
          <a:xfrm>
            <a:off x="7258986" y="1825625"/>
            <a:ext cx="4094814" cy="4351338"/>
          </a:xfrm>
        </p:spPr>
        <p:txBody>
          <a:bodyPr vert="horz" lIns="91440" tIns="45720" rIns="91440" bIns="45720" rtlCol="0" anchor="t">
            <a:normAutofit lnSpcReduction="10000"/>
          </a:bodyPr>
          <a:lstStyle/>
          <a:p>
            <a:r>
              <a:rPr lang="en-US" sz="1800">
                <a:ea typeface="+mn-lt"/>
                <a:cs typeface="+mn-lt"/>
              </a:rPr>
              <a:t>Table compares:</a:t>
            </a:r>
          </a:p>
          <a:p>
            <a:pPr lvl="1"/>
            <a:r>
              <a:rPr lang="en-US" sz="1800">
                <a:ea typeface="+mn-lt"/>
                <a:cs typeface="+mn-lt"/>
              </a:rPr>
              <a:t>% of hospitals with </a:t>
            </a:r>
            <a:r>
              <a:rPr lang="en-US" sz="1800" b="1">
                <a:ea typeface="+mn-lt"/>
                <a:cs typeface="+mn-lt"/>
              </a:rPr>
              <a:t>&lt;3days of PPE</a:t>
            </a:r>
            <a:r>
              <a:rPr lang="en-US" sz="1800">
                <a:ea typeface="+mn-lt"/>
                <a:cs typeface="+mn-lt"/>
              </a:rPr>
              <a:t> </a:t>
            </a:r>
          </a:p>
          <a:p>
            <a:pPr lvl="1"/>
            <a:r>
              <a:rPr lang="en-US" sz="1800">
                <a:ea typeface="+mn-lt"/>
                <a:cs typeface="+mn-lt"/>
              </a:rPr>
              <a:t>% with </a:t>
            </a:r>
            <a:r>
              <a:rPr lang="en-US" sz="1800" b="1">
                <a:ea typeface="+mn-lt"/>
                <a:cs typeface="+mn-lt"/>
              </a:rPr>
              <a:t>critical staffing shortages</a:t>
            </a:r>
          </a:p>
          <a:p>
            <a:r>
              <a:rPr lang="en-US" sz="1800">
                <a:ea typeface="+mn-lt"/>
                <a:cs typeface="+mn-lt"/>
              </a:rPr>
              <a:t>Staffing shortages </a:t>
            </a:r>
            <a:r>
              <a:rPr lang="en-US" sz="1800" b="1">
                <a:ea typeface="+mn-lt"/>
                <a:cs typeface="+mn-lt"/>
              </a:rPr>
              <a:t>consistently higher</a:t>
            </a:r>
            <a:r>
              <a:rPr lang="en-US" sz="1800">
                <a:ea typeface="+mn-lt"/>
                <a:cs typeface="+mn-lt"/>
              </a:rPr>
              <a:t> than PPE shortages across states.</a:t>
            </a:r>
          </a:p>
          <a:p>
            <a:r>
              <a:rPr lang="en-US" sz="1800">
                <a:ea typeface="+mn-lt"/>
                <a:cs typeface="+mn-lt"/>
              </a:rPr>
              <a:t>PPE issues were </a:t>
            </a:r>
            <a:r>
              <a:rPr lang="en-US" sz="1800" b="1">
                <a:ea typeface="+mn-lt"/>
                <a:cs typeface="+mn-lt"/>
              </a:rPr>
              <a:t>infrequent</a:t>
            </a:r>
            <a:r>
              <a:rPr lang="en-US" sz="1800">
                <a:ea typeface="+mn-lt"/>
                <a:cs typeface="+mn-lt"/>
              </a:rPr>
              <a:t> and localized.</a:t>
            </a:r>
          </a:p>
          <a:p>
            <a:r>
              <a:rPr lang="en-US" sz="1800">
                <a:ea typeface="+mn-lt"/>
                <a:cs typeface="+mn-lt"/>
              </a:rPr>
              <a:t>Staffing issues were </a:t>
            </a:r>
            <a:r>
              <a:rPr lang="en-US" sz="1800" b="1">
                <a:ea typeface="+mn-lt"/>
                <a:cs typeface="+mn-lt"/>
              </a:rPr>
              <a:t>persistent and widespread</a:t>
            </a:r>
            <a:r>
              <a:rPr lang="en-US" sz="1800">
                <a:ea typeface="+mn-lt"/>
                <a:cs typeface="+mn-lt"/>
              </a:rPr>
              <a:t>.</a:t>
            </a:r>
          </a:p>
          <a:p>
            <a:r>
              <a:rPr lang="en-US" sz="1800">
                <a:ea typeface="+mn-lt"/>
                <a:cs typeface="+mn-lt"/>
              </a:rPr>
              <a:t>Final takeaway: </a:t>
            </a:r>
            <a:r>
              <a:rPr lang="en-US" sz="1800" b="1">
                <a:ea typeface="+mn-lt"/>
                <a:cs typeface="+mn-lt"/>
              </a:rPr>
              <a:t>Workforce shortages were the main operational constraint</a:t>
            </a:r>
            <a:r>
              <a:rPr lang="en-US" sz="1800">
                <a:ea typeface="+mn-lt"/>
                <a:cs typeface="+mn-lt"/>
              </a:rPr>
              <a:t>.</a:t>
            </a:r>
          </a:p>
          <a:p>
            <a:endParaRPr lang="en-US">
              <a:ea typeface="+mn-lt"/>
              <a:cs typeface="+mn-lt"/>
            </a:endParaRPr>
          </a:p>
          <a:p>
            <a:pPr marL="457200" lvl="1" indent="0">
              <a:buNone/>
            </a:pPr>
            <a:endParaRPr lang="en-US">
              <a:ea typeface="+mn-lt"/>
              <a:cs typeface="+mn-lt"/>
            </a:endParaRPr>
          </a:p>
        </p:txBody>
      </p:sp>
      <p:grpSp>
        <p:nvGrpSpPr>
          <p:cNvPr id="8" name="Group 7">
            <a:extLst>
              <a:ext uri="{FF2B5EF4-FFF2-40B4-BE49-F238E27FC236}">
                <a16:creationId xmlns:a16="http://schemas.microsoft.com/office/drawing/2014/main" id="{BF49DFAA-B9A0-63FD-049C-280A230A7F2E}"/>
              </a:ext>
            </a:extLst>
          </p:cNvPr>
          <p:cNvGrpSpPr/>
          <p:nvPr/>
        </p:nvGrpSpPr>
        <p:grpSpPr>
          <a:xfrm>
            <a:off x="1017224" y="1825598"/>
            <a:ext cx="6041504" cy="3929531"/>
            <a:chOff x="517552" y="1825598"/>
            <a:chExt cx="6391275" cy="3242483"/>
          </a:xfrm>
        </p:grpSpPr>
        <p:pic>
          <p:nvPicPr>
            <p:cNvPr id="7" name="Picture 6" descr="A screenshot of a computer&#10;&#10;AI-generated content may be incorrect.">
              <a:extLst>
                <a:ext uri="{FF2B5EF4-FFF2-40B4-BE49-F238E27FC236}">
                  <a16:creationId xmlns:a16="http://schemas.microsoft.com/office/drawing/2014/main" id="{3C136BDD-7D9D-1253-68FD-D4F747F3AA6F}"/>
                </a:ext>
              </a:extLst>
            </p:cNvPr>
            <p:cNvPicPr>
              <a:picLocks noChangeAspect="1"/>
            </p:cNvPicPr>
            <p:nvPr/>
          </p:nvPicPr>
          <p:blipFill>
            <a:blip r:embed="rId2"/>
            <a:stretch>
              <a:fillRect/>
            </a:stretch>
          </p:blipFill>
          <p:spPr>
            <a:xfrm>
              <a:off x="521141" y="3832329"/>
              <a:ext cx="6384094" cy="1235752"/>
            </a:xfrm>
            <a:prstGeom prst="rect">
              <a:avLst/>
            </a:prstGeom>
          </p:spPr>
        </p:pic>
        <p:pic>
          <p:nvPicPr>
            <p:cNvPr id="6" name="Picture 5" descr="A screenshot of a computer&#10;&#10;AI-generated content may be incorrect.">
              <a:extLst>
                <a:ext uri="{FF2B5EF4-FFF2-40B4-BE49-F238E27FC236}">
                  <a16:creationId xmlns:a16="http://schemas.microsoft.com/office/drawing/2014/main" id="{F40D468A-35F3-11AA-35F5-4B098544209F}"/>
                </a:ext>
              </a:extLst>
            </p:cNvPr>
            <p:cNvPicPr>
              <a:picLocks noChangeAspect="1"/>
            </p:cNvPicPr>
            <p:nvPr/>
          </p:nvPicPr>
          <p:blipFill>
            <a:blip r:embed="rId3"/>
            <a:stretch>
              <a:fillRect/>
            </a:stretch>
          </p:blipFill>
          <p:spPr>
            <a:xfrm>
              <a:off x="517863" y="2832983"/>
              <a:ext cx="6390652" cy="1173295"/>
            </a:xfrm>
            <a:prstGeom prst="rect">
              <a:avLst/>
            </a:prstGeom>
          </p:spPr>
        </p:pic>
        <p:pic>
          <p:nvPicPr>
            <p:cNvPr id="5" name="Picture 4" descr="A screenshot of a phone&#10;&#10;AI-generated content may be incorrect.">
              <a:extLst>
                <a:ext uri="{FF2B5EF4-FFF2-40B4-BE49-F238E27FC236}">
                  <a16:creationId xmlns:a16="http://schemas.microsoft.com/office/drawing/2014/main" id="{A7624083-1029-C829-080E-8C4D9D307173}"/>
                </a:ext>
              </a:extLst>
            </p:cNvPr>
            <p:cNvPicPr>
              <a:picLocks noChangeAspect="1"/>
            </p:cNvPicPr>
            <p:nvPr/>
          </p:nvPicPr>
          <p:blipFill>
            <a:blip r:embed="rId4"/>
            <a:stretch>
              <a:fillRect/>
            </a:stretch>
          </p:blipFill>
          <p:spPr>
            <a:xfrm>
              <a:off x="517552" y="1825598"/>
              <a:ext cx="6391275" cy="1183131"/>
            </a:xfrm>
            <a:prstGeom prst="rect">
              <a:avLst/>
            </a:prstGeom>
          </p:spPr>
        </p:pic>
      </p:grpSp>
      <p:sp>
        <p:nvSpPr>
          <p:cNvPr id="9" name="TextBox 8">
            <a:extLst>
              <a:ext uri="{FF2B5EF4-FFF2-40B4-BE49-F238E27FC236}">
                <a16:creationId xmlns:a16="http://schemas.microsoft.com/office/drawing/2014/main" id="{6A0916D5-EA18-3573-9D3C-0D5BF9A76C35}"/>
              </a:ext>
            </a:extLst>
          </p:cNvPr>
          <p:cNvSpPr txBox="1"/>
          <p:nvPr/>
        </p:nvSpPr>
        <p:spPr>
          <a:xfrm>
            <a:off x="7816001" y="6339645"/>
            <a:ext cx="3734311"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t>Slide 13</a:t>
            </a:r>
          </a:p>
        </p:txBody>
      </p:sp>
    </p:spTree>
    <p:extLst>
      <p:ext uri="{BB962C8B-B14F-4D97-AF65-F5344CB8AC3E}">
        <p14:creationId xmlns:p14="http://schemas.microsoft.com/office/powerpoint/2010/main" val="174354374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743AA782-23D1-4521-8CAD-47662984AA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0E890F0-909D-24E1-8D9D-8D8592B48F77}"/>
              </a:ext>
            </a:extLst>
          </p:cNvPr>
          <p:cNvSpPr>
            <a:spLocks noGrp="1"/>
          </p:cNvSpPr>
          <p:nvPr>
            <p:ph type="title"/>
          </p:nvPr>
        </p:nvSpPr>
        <p:spPr>
          <a:xfrm>
            <a:off x="630936" y="640080"/>
            <a:ext cx="4818888" cy="1481328"/>
          </a:xfrm>
        </p:spPr>
        <p:txBody>
          <a:bodyPr anchor="b">
            <a:normAutofit/>
          </a:bodyPr>
          <a:lstStyle/>
          <a:p>
            <a:r>
              <a:rPr lang="en-US" sz="5000">
                <a:ea typeface="+mj-lt"/>
                <a:cs typeface="+mj-lt"/>
              </a:rPr>
              <a:t>N95 Supply vs. COVID Burden</a:t>
            </a:r>
            <a:endParaRPr lang="en-US" sz="5000"/>
          </a:p>
        </p:txBody>
      </p:sp>
      <p:sp>
        <p:nvSpPr>
          <p:cNvPr id="12" name="sketch line">
            <a:extLst>
              <a:ext uri="{FF2B5EF4-FFF2-40B4-BE49-F238E27FC236}">
                <a16:creationId xmlns:a16="http://schemas.microsoft.com/office/drawing/2014/main" id="{71877DBC-BB60-40F0-AC93-2ACDBAAE60C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278" y="2372868"/>
            <a:ext cx="3255095" cy="18288"/>
          </a:xfrm>
          <a:custGeom>
            <a:avLst/>
            <a:gdLst>
              <a:gd name="csX0" fmla="*/ 0 w 3255095"/>
              <a:gd name="csY0" fmla="*/ 0 h 18288"/>
              <a:gd name="csX1" fmla="*/ 618468 w 3255095"/>
              <a:gd name="csY1" fmla="*/ 0 h 18288"/>
              <a:gd name="csX2" fmla="*/ 1269487 w 3255095"/>
              <a:gd name="csY2" fmla="*/ 0 h 18288"/>
              <a:gd name="csX3" fmla="*/ 1953057 w 3255095"/>
              <a:gd name="csY3" fmla="*/ 0 h 18288"/>
              <a:gd name="csX4" fmla="*/ 2636627 w 3255095"/>
              <a:gd name="csY4" fmla="*/ 0 h 18288"/>
              <a:gd name="csX5" fmla="*/ 3255095 w 3255095"/>
              <a:gd name="csY5" fmla="*/ 0 h 18288"/>
              <a:gd name="csX6" fmla="*/ 3255095 w 3255095"/>
              <a:gd name="csY6" fmla="*/ 18288 h 18288"/>
              <a:gd name="csX7" fmla="*/ 2538974 w 3255095"/>
              <a:gd name="csY7" fmla="*/ 18288 h 18288"/>
              <a:gd name="csX8" fmla="*/ 1822853 w 3255095"/>
              <a:gd name="csY8" fmla="*/ 18288 h 18288"/>
              <a:gd name="csX9" fmla="*/ 1171834 w 3255095"/>
              <a:gd name="csY9" fmla="*/ 18288 h 18288"/>
              <a:gd name="csX10" fmla="*/ 0 w 3255095"/>
              <a:gd name="csY10" fmla="*/ 18288 h 18288"/>
              <a:gd name="csX11" fmla="*/ 0 w 3255095"/>
              <a:gd name="csY11"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3255095" h="18288" fill="none" extrusionOk="0">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extrusionOk="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9800B284-BD2D-5C7E-07F7-A2498BDCB9FF}"/>
              </a:ext>
            </a:extLst>
          </p:cNvPr>
          <p:cNvSpPr>
            <a:spLocks noGrp="1"/>
          </p:cNvSpPr>
          <p:nvPr>
            <p:ph idx="1"/>
          </p:nvPr>
        </p:nvSpPr>
        <p:spPr>
          <a:xfrm>
            <a:off x="630936" y="2660904"/>
            <a:ext cx="4818888" cy="3547872"/>
          </a:xfrm>
        </p:spPr>
        <p:txBody>
          <a:bodyPr vert="horz" lIns="91440" tIns="45720" rIns="91440" bIns="45720" rtlCol="0" anchor="t">
            <a:normAutofit/>
          </a:bodyPr>
          <a:lstStyle/>
          <a:p>
            <a:r>
              <a:rPr lang="en-US" sz="1500">
                <a:ea typeface="+mn-lt"/>
                <a:cs typeface="+mn-lt"/>
              </a:rPr>
              <a:t>The chart compares N95 supply across four COVID hospitalization groups, from lowest burden (1) to highest burden (4).</a:t>
            </a:r>
            <a:endParaRPr lang="en-US" sz="1500"/>
          </a:p>
          <a:p>
            <a:r>
              <a:rPr lang="en-US" sz="1500">
                <a:ea typeface="+mn-lt"/>
                <a:cs typeface="+mn-lt"/>
              </a:rPr>
              <a:t>All four groups sit at roughly the same level, around 3–4 days of N95 supply on average.</a:t>
            </a:r>
            <a:endParaRPr lang="en-US" sz="1500"/>
          </a:p>
          <a:p>
            <a:r>
              <a:rPr lang="en-US" sz="1500">
                <a:ea typeface="+mn-lt"/>
                <a:cs typeface="+mn-lt"/>
              </a:rPr>
              <a:t>Higher COVID burden does </a:t>
            </a:r>
            <a:r>
              <a:rPr lang="en-US" sz="1500" b="1">
                <a:ea typeface="+mn-lt"/>
                <a:cs typeface="+mn-lt"/>
              </a:rPr>
              <a:t>not</a:t>
            </a:r>
            <a:r>
              <a:rPr lang="en-US" sz="1500">
                <a:ea typeface="+mn-lt"/>
                <a:cs typeface="+mn-lt"/>
              </a:rPr>
              <a:t> correspond to lower N95 availability, which is surprising given expected demand.</a:t>
            </a:r>
            <a:endParaRPr lang="en-US" sz="1500"/>
          </a:p>
          <a:p>
            <a:r>
              <a:rPr lang="en-US" sz="1500">
                <a:ea typeface="+mn-lt"/>
                <a:cs typeface="+mn-lt"/>
              </a:rPr>
              <a:t>This pattern suggests that N95 inventory stayed stable even in states handling more COVID patients.</a:t>
            </a:r>
            <a:endParaRPr lang="en-US" sz="1500"/>
          </a:p>
          <a:p>
            <a:r>
              <a:rPr lang="en-US" sz="1500">
                <a:ea typeface="+mn-lt"/>
                <a:cs typeface="+mn-lt"/>
              </a:rPr>
              <a:t>Overall takeaway: N95 supply was steady nationwide, and heavier COVID pressure did not cause noticeable drops in availability.</a:t>
            </a:r>
            <a:endParaRPr lang="en-US" sz="1500"/>
          </a:p>
        </p:txBody>
      </p:sp>
      <p:pic>
        <p:nvPicPr>
          <p:cNvPr id="5" name="Picture 4" descr="A graph of a number of blue bars&#10;&#10;AI-generated content may be incorrect.">
            <a:extLst>
              <a:ext uri="{FF2B5EF4-FFF2-40B4-BE49-F238E27FC236}">
                <a16:creationId xmlns:a16="http://schemas.microsoft.com/office/drawing/2014/main" id="{4BEE0F8E-4A55-2B77-C406-A7100E01160E}"/>
              </a:ext>
            </a:extLst>
          </p:cNvPr>
          <p:cNvPicPr>
            <a:picLocks noChangeAspect="1"/>
          </p:cNvPicPr>
          <p:nvPr/>
        </p:nvPicPr>
        <p:blipFill>
          <a:blip r:embed="rId2"/>
          <a:stretch>
            <a:fillRect/>
          </a:stretch>
        </p:blipFill>
        <p:spPr>
          <a:xfrm>
            <a:off x="5807501" y="1283600"/>
            <a:ext cx="5796898" cy="4297427"/>
          </a:xfrm>
          <a:prstGeom prst="rect">
            <a:avLst/>
          </a:prstGeom>
        </p:spPr>
      </p:pic>
      <p:sp>
        <p:nvSpPr>
          <p:cNvPr id="6" name="TextBox 5">
            <a:extLst>
              <a:ext uri="{FF2B5EF4-FFF2-40B4-BE49-F238E27FC236}">
                <a16:creationId xmlns:a16="http://schemas.microsoft.com/office/drawing/2014/main" id="{DEF2BB9E-6477-978E-890E-7A8D9A2CB99B}"/>
              </a:ext>
            </a:extLst>
          </p:cNvPr>
          <p:cNvSpPr txBox="1"/>
          <p:nvPr/>
        </p:nvSpPr>
        <p:spPr>
          <a:xfrm>
            <a:off x="7816001" y="6339645"/>
            <a:ext cx="3734311"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t>Slide 14</a:t>
            </a:r>
          </a:p>
        </p:txBody>
      </p:sp>
    </p:spTree>
    <p:extLst>
      <p:ext uri="{BB962C8B-B14F-4D97-AF65-F5344CB8AC3E}">
        <p14:creationId xmlns:p14="http://schemas.microsoft.com/office/powerpoint/2010/main" val="374127308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45D37F4E-DDB4-456B-97E0-9937730A03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F0C546D-F8C4-BA17-4D57-92F6B4CAF17E}"/>
              </a:ext>
            </a:extLst>
          </p:cNvPr>
          <p:cNvSpPr>
            <a:spLocks noGrp="1"/>
          </p:cNvSpPr>
          <p:nvPr>
            <p:ph type="title"/>
          </p:nvPr>
        </p:nvSpPr>
        <p:spPr>
          <a:xfrm>
            <a:off x="572493" y="238539"/>
            <a:ext cx="11018520" cy="1434415"/>
          </a:xfrm>
        </p:spPr>
        <p:txBody>
          <a:bodyPr anchor="b">
            <a:normAutofit/>
          </a:bodyPr>
          <a:lstStyle/>
          <a:p>
            <a:r>
              <a:rPr lang="en-US" sz="5400">
                <a:ea typeface="+mj-lt"/>
                <a:cs typeface="+mj-lt"/>
              </a:rPr>
              <a:t>N95 Supply Variation Across States</a:t>
            </a:r>
            <a:endParaRPr lang="en-US" sz="5400"/>
          </a:p>
        </p:txBody>
      </p:sp>
      <p:sp>
        <p:nvSpPr>
          <p:cNvPr id="11" name="sketchy line">
            <a:extLst>
              <a:ext uri="{FF2B5EF4-FFF2-40B4-BE49-F238E27FC236}">
                <a16:creationId xmlns:a16="http://schemas.microsoft.com/office/drawing/2014/main" id="{B2DD41CD-8F47-4F56-AD12-4E2FF769698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2493" y="1681544"/>
            <a:ext cx="10972800" cy="18288"/>
          </a:xfrm>
          <a:custGeom>
            <a:avLst/>
            <a:gdLst>
              <a:gd name="csX0" fmla="*/ 0 w 10972800"/>
              <a:gd name="csY0" fmla="*/ 0 h 18288"/>
              <a:gd name="csX1" fmla="*/ 356616 w 10972800"/>
              <a:gd name="csY1" fmla="*/ 0 h 18288"/>
              <a:gd name="csX2" fmla="*/ 1042416 w 10972800"/>
              <a:gd name="csY2" fmla="*/ 0 h 18288"/>
              <a:gd name="csX3" fmla="*/ 1947672 w 10972800"/>
              <a:gd name="csY3" fmla="*/ 0 h 18288"/>
              <a:gd name="csX4" fmla="*/ 2633472 w 10972800"/>
              <a:gd name="csY4" fmla="*/ 0 h 18288"/>
              <a:gd name="csX5" fmla="*/ 2990088 w 10972800"/>
              <a:gd name="csY5" fmla="*/ 0 h 18288"/>
              <a:gd name="csX6" fmla="*/ 3456432 w 10972800"/>
              <a:gd name="csY6" fmla="*/ 0 h 18288"/>
              <a:gd name="csX7" fmla="*/ 4361688 w 10972800"/>
              <a:gd name="csY7" fmla="*/ 0 h 18288"/>
              <a:gd name="csX8" fmla="*/ 5266944 w 10972800"/>
              <a:gd name="csY8" fmla="*/ 0 h 18288"/>
              <a:gd name="csX9" fmla="*/ 6172200 w 10972800"/>
              <a:gd name="csY9" fmla="*/ 0 h 18288"/>
              <a:gd name="csX10" fmla="*/ 6528816 w 10972800"/>
              <a:gd name="csY10" fmla="*/ 0 h 18288"/>
              <a:gd name="csX11" fmla="*/ 7214616 w 10972800"/>
              <a:gd name="csY11" fmla="*/ 0 h 18288"/>
              <a:gd name="csX12" fmla="*/ 7790688 w 10972800"/>
              <a:gd name="csY12" fmla="*/ 0 h 18288"/>
              <a:gd name="csX13" fmla="*/ 8147304 w 10972800"/>
              <a:gd name="csY13" fmla="*/ 0 h 18288"/>
              <a:gd name="csX14" fmla="*/ 9052560 w 10972800"/>
              <a:gd name="csY14" fmla="*/ 0 h 18288"/>
              <a:gd name="csX15" fmla="*/ 9409176 w 10972800"/>
              <a:gd name="csY15" fmla="*/ 0 h 18288"/>
              <a:gd name="csX16" fmla="*/ 9765792 w 10972800"/>
              <a:gd name="csY16" fmla="*/ 0 h 18288"/>
              <a:gd name="csX17" fmla="*/ 10341864 w 10972800"/>
              <a:gd name="csY17" fmla="*/ 0 h 18288"/>
              <a:gd name="csX18" fmla="*/ 10972800 w 10972800"/>
              <a:gd name="csY18" fmla="*/ 0 h 18288"/>
              <a:gd name="csX19" fmla="*/ 10972800 w 10972800"/>
              <a:gd name="csY19" fmla="*/ 18288 h 18288"/>
              <a:gd name="csX20" fmla="*/ 10177272 w 10972800"/>
              <a:gd name="csY20" fmla="*/ 18288 h 18288"/>
              <a:gd name="csX21" fmla="*/ 9820656 w 10972800"/>
              <a:gd name="csY21" fmla="*/ 18288 h 18288"/>
              <a:gd name="csX22" fmla="*/ 9464040 w 10972800"/>
              <a:gd name="csY22" fmla="*/ 18288 h 18288"/>
              <a:gd name="csX23" fmla="*/ 8778240 w 10972800"/>
              <a:gd name="csY23" fmla="*/ 18288 h 18288"/>
              <a:gd name="csX24" fmla="*/ 8421624 w 10972800"/>
              <a:gd name="csY24" fmla="*/ 18288 h 18288"/>
              <a:gd name="csX25" fmla="*/ 7735824 w 10972800"/>
              <a:gd name="csY25" fmla="*/ 18288 h 18288"/>
              <a:gd name="csX26" fmla="*/ 6940296 w 10972800"/>
              <a:gd name="csY26" fmla="*/ 18288 h 18288"/>
              <a:gd name="csX27" fmla="*/ 6254496 w 10972800"/>
              <a:gd name="csY27" fmla="*/ 18288 h 18288"/>
              <a:gd name="csX28" fmla="*/ 5458968 w 10972800"/>
              <a:gd name="csY28" fmla="*/ 18288 h 18288"/>
              <a:gd name="csX29" fmla="*/ 4663440 w 10972800"/>
              <a:gd name="csY29" fmla="*/ 18288 h 18288"/>
              <a:gd name="csX30" fmla="*/ 4306824 w 10972800"/>
              <a:gd name="csY30" fmla="*/ 18288 h 18288"/>
              <a:gd name="csX31" fmla="*/ 3840480 w 10972800"/>
              <a:gd name="csY31" fmla="*/ 18288 h 18288"/>
              <a:gd name="csX32" fmla="*/ 3264408 w 10972800"/>
              <a:gd name="csY32" fmla="*/ 18288 h 18288"/>
              <a:gd name="csX33" fmla="*/ 2578608 w 10972800"/>
              <a:gd name="csY33" fmla="*/ 18288 h 18288"/>
              <a:gd name="csX34" fmla="*/ 1673352 w 10972800"/>
              <a:gd name="csY34" fmla="*/ 18288 h 18288"/>
              <a:gd name="csX35" fmla="*/ 877824 w 10972800"/>
              <a:gd name="csY35" fmla="*/ 18288 h 18288"/>
              <a:gd name="csX36" fmla="*/ 0 w 10972800"/>
              <a:gd name="csY36" fmla="*/ 18288 h 18288"/>
              <a:gd name="csX37" fmla="*/ 0 w 10972800"/>
              <a:gd name="csY37"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Lst>
            <a:rect l="l" t="t" r="r" b="b"/>
            <a:pathLst>
              <a:path w="10972800" h="18288" fill="none" extrusionOk="0">
                <a:moveTo>
                  <a:pt x="0" y="0"/>
                </a:moveTo>
                <a:cubicBezTo>
                  <a:pt x="165916" y="-1866"/>
                  <a:pt x="188720" y="13756"/>
                  <a:pt x="356616" y="0"/>
                </a:cubicBezTo>
                <a:cubicBezTo>
                  <a:pt x="524512" y="-13756"/>
                  <a:pt x="734781" y="8922"/>
                  <a:pt x="1042416" y="0"/>
                </a:cubicBezTo>
                <a:cubicBezTo>
                  <a:pt x="1350051" y="-8922"/>
                  <a:pt x="1595982" y="-26315"/>
                  <a:pt x="1947672" y="0"/>
                </a:cubicBezTo>
                <a:cubicBezTo>
                  <a:pt x="2299362" y="26315"/>
                  <a:pt x="2292691" y="-19526"/>
                  <a:pt x="2633472" y="0"/>
                </a:cubicBezTo>
                <a:cubicBezTo>
                  <a:pt x="2974253" y="19526"/>
                  <a:pt x="2857309" y="10773"/>
                  <a:pt x="2990088" y="0"/>
                </a:cubicBezTo>
                <a:cubicBezTo>
                  <a:pt x="3122867" y="-10773"/>
                  <a:pt x="3359343" y="7194"/>
                  <a:pt x="3456432" y="0"/>
                </a:cubicBezTo>
                <a:cubicBezTo>
                  <a:pt x="3553521" y="-7194"/>
                  <a:pt x="4136258" y="5108"/>
                  <a:pt x="4361688" y="0"/>
                </a:cubicBezTo>
                <a:cubicBezTo>
                  <a:pt x="4587118" y="-5108"/>
                  <a:pt x="4992424" y="-42958"/>
                  <a:pt x="5266944" y="0"/>
                </a:cubicBezTo>
                <a:cubicBezTo>
                  <a:pt x="5541464" y="42958"/>
                  <a:pt x="5882966" y="-3430"/>
                  <a:pt x="6172200" y="0"/>
                </a:cubicBezTo>
                <a:cubicBezTo>
                  <a:pt x="6461434" y="3430"/>
                  <a:pt x="6432127" y="6688"/>
                  <a:pt x="6528816" y="0"/>
                </a:cubicBezTo>
                <a:cubicBezTo>
                  <a:pt x="6625505" y="-6688"/>
                  <a:pt x="6916805" y="-436"/>
                  <a:pt x="7214616" y="0"/>
                </a:cubicBezTo>
                <a:cubicBezTo>
                  <a:pt x="7512427" y="436"/>
                  <a:pt x="7626159" y="-6909"/>
                  <a:pt x="7790688" y="0"/>
                </a:cubicBezTo>
                <a:cubicBezTo>
                  <a:pt x="7955217" y="6909"/>
                  <a:pt x="8048891" y="15307"/>
                  <a:pt x="8147304" y="0"/>
                </a:cubicBezTo>
                <a:cubicBezTo>
                  <a:pt x="8245717" y="-15307"/>
                  <a:pt x="8645618" y="-11734"/>
                  <a:pt x="9052560" y="0"/>
                </a:cubicBezTo>
                <a:cubicBezTo>
                  <a:pt x="9459502" y="11734"/>
                  <a:pt x="9320584" y="8388"/>
                  <a:pt x="9409176" y="0"/>
                </a:cubicBezTo>
                <a:cubicBezTo>
                  <a:pt x="9497768" y="-8388"/>
                  <a:pt x="9644192" y="8379"/>
                  <a:pt x="9765792" y="0"/>
                </a:cubicBezTo>
                <a:cubicBezTo>
                  <a:pt x="9887392" y="-8379"/>
                  <a:pt x="10105220" y="-12663"/>
                  <a:pt x="10341864" y="0"/>
                </a:cubicBezTo>
                <a:cubicBezTo>
                  <a:pt x="10578508" y="12663"/>
                  <a:pt x="10773103" y="-5786"/>
                  <a:pt x="10972800" y="0"/>
                </a:cubicBezTo>
                <a:cubicBezTo>
                  <a:pt x="10972146" y="8818"/>
                  <a:pt x="10972240" y="13823"/>
                  <a:pt x="10972800" y="18288"/>
                </a:cubicBezTo>
                <a:cubicBezTo>
                  <a:pt x="10588778" y="31598"/>
                  <a:pt x="10543381" y="-12698"/>
                  <a:pt x="10177272" y="18288"/>
                </a:cubicBezTo>
                <a:cubicBezTo>
                  <a:pt x="9811163" y="49274"/>
                  <a:pt x="9996817" y="25662"/>
                  <a:pt x="9820656" y="18288"/>
                </a:cubicBezTo>
                <a:cubicBezTo>
                  <a:pt x="9644495" y="10914"/>
                  <a:pt x="9607007" y="31631"/>
                  <a:pt x="9464040" y="18288"/>
                </a:cubicBezTo>
                <a:cubicBezTo>
                  <a:pt x="9321073" y="4945"/>
                  <a:pt x="9114189" y="28940"/>
                  <a:pt x="8778240" y="18288"/>
                </a:cubicBezTo>
                <a:cubicBezTo>
                  <a:pt x="8442291" y="7636"/>
                  <a:pt x="8594763" y="987"/>
                  <a:pt x="8421624" y="18288"/>
                </a:cubicBezTo>
                <a:cubicBezTo>
                  <a:pt x="8248485" y="35589"/>
                  <a:pt x="7929515" y="37573"/>
                  <a:pt x="7735824" y="18288"/>
                </a:cubicBezTo>
                <a:cubicBezTo>
                  <a:pt x="7542133" y="-997"/>
                  <a:pt x="7252504" y="33858"/>
                  <a:pt x="6940296" y="18288"/>
                </a:cubicBezTo>
                <a:cubicBezTo>
                  <a:pt x="6628088" y="2718"/>
                  <a:pt x="6528503" y="48389"/>
                  <a:pt x="6254496" y="18288"/>
                </a:cubicBezTo>
                <a:cubicBezTo>
                  <a:pt x="5980489" y="-11813"/>
                  <a:pt x="5695784" y="-3740"/>
                  <a:pt x="5458968" y="18288"/>
                </a:cubicBezTo>
                <a:cubicBezTo>
                  <a:pt x="5222152" y="40316"/>
                  <a:pt x="5010751" y="19095"/>
                  <a:pt x="4663440" y="18288"/>
                </a:cubicBezTo>
                <a:cubicBezTo>
                  <a:pt x="4316129" y="17481"/>
                  <a:pt x="4425552" y="1606"/>
                  <a:pt x="4306824" y="18288"/>
                </a:cubicBezTo>
                <a:cubicBezTo>
                  <a:pt x="4188096" y="34970"/>
                  <a:pt x="3941535" y="7481"/>
                  <a:pt x="3840480" y="18288"/>
                </a:cubicBezTo>
                <a:cubicBezTo>
                  <a:pt x="3739425" y="29095"/>
                  <a:pt x="3402388" y="17641"/>
                  <a:pt x="3264408" y="18288"/>
                </a:cubicBezTo>
                <a:cubicBezTo>
                  <a:pt x="3126428" y="18935"/>
                  <a:pt x="2776779" y="9983"/>
                  <a:pt x="2578608" y="18288"/>
                </a:cubicBezTo>
                <a:cubicBezTo>
                  <a:pt x="2380437" y="26593"/>
                  <a:pt x="1909468" y="25818"/>
                  <a:pt x="1673352" y="18288"/>
                </a:cubicBezTo>
                <a:cubicBezTo>
                  <a:pt x="1437236" y="10758"/>
                  <a:pt x="1131180" y="49884"/>
                  <a:pt x="877824" y="18288"/>
                </a:cubicBezTo>
                <a:cubicBezTo>
                  <a:pt x="624468" y="-13308"/>
                  <a:pt x="206753" y="2195"/>
                  <a:pt x="0" y="18288"/>
                </a:cubicBezTo>
                <a:cubicBezTo>
                  <a:pt x="313" y="10654"/>
                  <a:pt x="-263" y="4056"/>
                  <a:pt x="0" y="0"/>
                </a:cubicBezTo>
                <a:close/>
              </a:path>
              <a:path w="10972800" h="18288" stroke="0" extrusionOk="0">
                <a:moveTo>
                  <a:pt x="0" y="0"/>
                </a:moveTo>
                <a:cubicBezTo>
                  <a:pt x="164017" y="-17675"/>
                  <a:pt x="309425" y="9913"/>
                  <a:pt x="466344" y="0"/>
                </a:cubicBezTo>
                <a:cubicBezTo>
                  <a:pt x="623263" y="-9913"/>
                  <a:pt x="659300" y="-14524"/>
                  <a:pt x="822960" y="0"/>
                </a:cubicBezTo>
                <a:cubicBezTo>
                  <a:pt x="986620" y="14524"/>
                  <a:pt x="1105222" y="-16481"/>
                  <a:pt x="1289304" y="0"/>
                </a:cubicBezTo>
                <a:cubicBezTo>
                  <a:pt x="1473386" y="16481"/>
                  <a:pt x="1693223" y="26161"/>
                  <a:pt x="1975104" y="0"/>
                </a:cubicBezTo>
                <a:cubicBezTo>
                  <a:pt x="2256985" y="-26161"/>
                  <a:pt x="2435781" y="23061"/>
                  <a:pt x="2770632" y="0"/>
                </a:cubicBezTo>
                <a:cubicBezTo>
                  <a:pt x="3105483" y="-23061"/>
                  <a:pt x="3247479" y="-44011"/>
                  <a:pt x="3675888" y="0"/>
                </a:cubicBezTo>
                <a:cubicBezTo>
                  <a:pt x="4104297" y="44011"/>
                  <a:pt x="4280918" y="4017"/>
                  <a:pt x="4581144" y="0"/>
                </a:cubicBezTo>
                <a:cubicBezTo>
                  <a:pt x="4881370" y="-4017"/>
                  <a:pt x="5021699" y="-11889"/>
                  <a:pt x="5157216" y="0"/>
                </a:cubicBezTo>
                <a:cubicBezTo>
                  <a:pt x="5292733" y="11889"/>
                  <a:pt x="5603398" y="-17698"/>
                  <a:pt x="5952744" y="0"/>
                </a:cubicBezTo>
                <a:cubicBezTo>
                  <a:pt x="6302090" y="17698"/>
                  <a:pt x="6353093" y="-11909"/>
                  <a:pt x="6638544" y="0"/>
                </a:cubicBezTo>
                <a:cubicBezTo>
                  <a:pt x="6923995" y="11909"/>
                  <a:pt x="7053404" y="21630"/>
                  <a:pt x="7214616" y="0"/>
                </a:cubicBezTo>
                <a:cubicBezTo>
                  <a:pt x="7375828" y="-21630"/>
                  <a:pt x="7837963" y="3886"/>
                  <a:pt x="8010144" y="0"/>
                </a:cubicBezTo>
                <a:cubicBezTo>
                  <a:pt x="8182325" y="-3886"/>
                  <a:pt x="8224183" y="16009"/>
                  <a:pt x="8366760" y="0"/>
                </a:cubicBezTo>
                <a:cubicBezTo>
                  <a:pt x="8509337" y="-16009"/>
                  <a:pt x="8687920" y="-5720"/>
                  <a:pt x="8942832" y="0"/>
                </a:cubicBezTo>
                <a:cubicBezTo>
                  <a:pt x="9197744" y="5720"/>
                  <a:pt x="9368437" y="20479"/>
                  <a:pt x="9628632" y="0"/>
                </a:cubicBezTo>
                <a:cubicBezTo>
                  <a:pt x="9888827" y="-20479"/>
                  <a:pt x="10560858" y="-20746"/>
                  <a:pt x="10972800" y="0"/>
                </a:cubicBezTo>
                <a:cubicBezTo>
                  <a:pt x="10972186" y="5722"/>
                  <a:pt x="10972980" y="12495"/>
                  <a:pt x="10972800" y="18288"/>
                </a:cubicBezTo>
                <a:cubicBezTo>
                  <a:pt x="10786146" y="12536"/>
                  <a:pt x="10623717" y="14033"/>
                  <a:pt x="10506456" y="18288"/>
                </a:cubicBezTo>
                <a:cubicBezTo>
                  <a:pt x="10389195" y="22543"/>
                  <a:pt x="10296178" y="20107"/>
                  <a:pt x="10149840" y="18288"/>
                </a:cubicBezTo>
                <a:cubicBezTo>
                  <a:pt x="10003502" y="16469"/>
                  <a:pt x="9767530" y="28891"/>
                  <a:pt x="9464040" y="18288"/>
                </a:cubicBezTo>
                <a:cubicBezTo>
                  <a:pt x="9160550" y="7685"/>
                  <a:pt x="9229050" y="2659"/>
                  <a:pt x="8997696" y="18288"/>
                </a:cubicBezTo>
                <a:cubicBezTo>
                  <a:pt x="8766342" y="33917"/>
                  <a:pt x="8340136" y="34864"/>
                  <a:pt x="8092440" y="18288"/>
                </a:cubicBezTo>
                <a:cubicBezTo>
                  <a:pt x="7844744" y="1712"/>
                  <a:pt x="7863720" y="27405"/>
                  <a:pt x="7735824" y="18288"/>
                </a:cubicBezTo>
                <a:cubicBezTo>
                  <a:pt x="7607928" y="9171"/>
                  <a:pt x="7323619" y="461"/>
                  <a:pt x="7050024" y="18288"/>
                </a:cubicBezTo>
                <a:cubicBezTo>
                  <a:pt x="6776429" y="36115"/>
                  <a:pt x="6787899" y="28206"/>
                  <a:pt x="6693408" y="18288"/>
                </a:cubicBezTo>
                <a:cubicBezTo>
                  <a:pt x="6598917" y="8370"/>
                  <a:pt x="6395231" y="19114"/>
                  <a:pt x="6227064" y="18288"/>
                </a:cubicBezTo>
                <a:cubicBezTo>
                  <a:pt x="6058897" y="17462"/>
                  <a:pt x="5618582" y="1091"/>
                  <a:pt x="5431536" y="18288"/>
                </a:cubicBezTo>
                <a:cubicBezTo>
                  <a:pt x="5244490" y="35485"/>
                  <a:pt x="4729797" y="-9650"/>
                  <a:pt x="4526280" y="18288"/>
                </a:cubicBezTo>
                <a:cubicBezTo>
                  <a:pt x="4322763" y="46226"/>
                  <a:pt x="4216797" y="756"/>
                  <a:pt x="4059936" y="18288"/>
                </a:cubicBezTo>
                <a:cubicBezTo>
                  <a:pt x="3903075" y="35820"/>
                  <a:pt x="3537912" y="42098"/>
                  <a:pt x="3374136" y="18288"/>
                </a:cubicBezTo>
                <a:cubicBezTo>
                  <a:pt x="3210360" y="-5522"/>
                  <a:pt x="3126842" y="39135"/>
                  <a:pt x="2907792" y="18288"/>
                </a:cubicBezTo>
                <a:cubicBezTo>
                  <a:pt x="2688742" y="-2559"/>
                  <a:pt x="2490436" y="34100"/>
                  <a:pt x="2112264" y="18288"/>
                </a:cubicBezTo>
                <a:cubicBezTo>
                  <a:pt x="1734092" y="2476"/>
                  <a:pt x="1744622" y="-7274"/>
                  <a:pt x="1536192" y="18288"/>
                </a:cubicBezTo>
                <a:cubicBezTo>
                  <a:pt x="1327762" y="43850"/>
                  <a:pt x="1189025" y="6435"/>
                  <a:pt x="1069848" y="18288"/>
                </a:cubicBezTo>
                <a:cubicBezTo>
                  <a:pt x="950671" y="30141"/>
                  <a:pt x="858345" y="33684"/>
                  <a:pt x="713232" y="18288"/>
                </a:cubicBezTo>
                <a:cubicBezTo>
                  <a:pt x="568119" y="2892"/>
                  <a:pt x="250292" y="5410"/>
                  <a:pt x="0" y="18288"/>
                </a:cubicBezTo>
                <a:cubicBezTo>
                  <a:pt x="465" y="13062"/>
                  <a:pt x="-894" y="9029"/>
                  <a:pt x="0" y="0"/>
                </a:cubicBezTo>
                <a:close/>
              </a:path>
            </a:pathLst>
          </a:custGeom>
          <a:solidFill>
            <a:schemeClr val="accent2">
              <a:alpha val="75000"/>
            </a:schemeClr>
          </a:solidFill>
          <a:ln w="44450" cap="rnd">
            <a:solidFill>
              <a:schemeClr val="accent2">
                <a:alpha val="75000"/>
              </a:schemeClr>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376B3A58-CE03-130B-C0C9-19803DBC2D2F}"/>
              </a:ext>
            </a:extLst>
          </p:cNvPr>
          <p:cNvSpPr>
            <a:spLocks noGrp="1"/>
          </p:cNvSpPr>
          <p:nvPr>
            <p:ph idx="1"/>
          </p:nvPr>
        </p:nvSpPr>
        <p:spPr>
          <a:xfrm>
            <a:off x="572493" y="2071316"/>
            <a:ext cx="6713552" cy="4119172"/>
          </a:xfrm>
        </p:spPr>
        <p:txBody>
          <a:bodyPr vert="horz" lIns="91440" tIns="45720" rIns="91440" bIns="45720" rtlCol="0" anchor="t">
            <a:normAutofit/>
          </a:bodyPr>
          <a:lstStyle/>
          <a:p>
            <a:r>
              <a:rPr lang="en-US" sz="2200">
                <a:ea typeface="+mn-lt"/>
                <a:cs typeface="+mn-lt"/>
              </a:rPr>
              <a:t>The boxplot compares N95 supply levels across all U.S. states.</a:t>
            </a:r>
            <a:endParaRPr lang="en-US" sz="2200"/>
          </a:p>
          <a:p>
            <a:r>
              <a:rPr lang="en-US" sz="2200">
                <a:ea typeface="+mn-lt"/>
                <a:cs typeface="+mn-lt"/>
              </a:rPr>
              <a:t>Most states cluster around the same level, roughly 3–4 days of N95 supply.</a:t>
            </a:r>
            <a:endParaRPr lang="en-US" sz="2200"/>
          </a:p>
          <a:p>
            <a:r>
              <a:rPr lang="en-US" sz="2200">
                <a:ea typeface="+mn-lt"/>
                <a:cs typeface="+mn-lt"/>
              </a:rPr>
              <a:t>A few states show lower values, but no state falls dramatically behind the rest.</a:t>
            </a:r>
            <a:endParaRPr lang="en-US" sz="2200"/>
          </a:p>
          <a:p>
            <a:r>
              <a:rPr lang="en-US" sz="2200">
                <a:ea typeface="+mn-lt"/>
                <a:cs typeface="+mn-lt"/>
              </a:rPr>
              <a:t>The spread is relatively tight, meaning nationwide N95 supply was fairly stable.</a:t>
            </a:r>
            <a:endParaRPr lang="en-US" sz="2200"/>
          </a:p>
          <a:p>
            <a:r>
              <a:rPr lang="en-US" sz="2200">
                <a:ea typeface="+mn-lt"/>
                <a:cs typeface="+mn-lt"/>
              </a:rPr>
              <a:t>Overall takeaway: N95 availability did not differ much by state, suggesting a consistent PPE distribution system.</a:t>
            </a:r>
            <a:endParaRPr lang="en-US" sz="2200"/>
          </a:p>
          <a:p>
            <a:endParaRPr lang="en-US" sz="2200"/>
          </a:p>
        </p:txBody>
      </p:sp>
      <p:pic>
        <p:nvPicPr>
          <p:cNvPr id="5" name="Picture 4" descr="A graph with lines and dots&#10;&#10;AI-generated content may be incorrect.">
            <a:extLst>
              <a:ext uri="{FF2B5EF4-FFF2-40B4-BE49-F238E27FC236}">
                <a16:creationId xmlns:a16="http://schemas.microsoft.com/office/drawing/2014/main" id="{EB9E60DE-7DDE-A0FE-AD88-2861E137EDE3}"/>
              </a:ext>
            </a:extLst>
          </p:cNvPr>
          <p:cNvPicPr>
            <a:picLocks noChangeAspect="1"/>
          </p:cNvPicPr>
          <p:nvPr/>
        </p:nvPicPr>
        <p:blipFill>
          <a:blip r:embed="rId2"/>
          <a:stretch>
            <a:fillRect/>
          </a:stretch>
        </p:blipFill>
        <p:spPr>
          <a:xfrm>
            <a:off x="6981496" y="2243564"/>
            <a:ext cx="4949685" cy="3529810"/>
          </a:xfrm>
          <a:prstGeom prst="rect">
            <a:avLst/>
          </a:prstGeom>
        </p:spPr>
      </p:pic>
      <p:sp>
        <p:nvSpPr>
          <p:cNvPr id="6" name="TextBox 5">
            <a:extLst>
              <a:ext uri="{FF2B5EF4-FFF2-40B4-BE49-F238E27FC236}">
                <a16:creationId xmlns:a16="http://schemas.microsoft.com/office/drawing/2014/main" id="{F9E57652-C716-65BD-A836-E2851980ADDE}"/>
              </a:ext>
            </a:extLst>
          </p:cNvPr>
          <p:cNvSpPr txBox="1"/>
          <p:nvPr/>
        </p:nvSpPr>
        <p:spPr>
          <a:xfrm>
            <a:off x="7816001" y="6339645"/>
            <a:ext cx="3734311"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t>Slide 15</a:t>
            </a:r>
          </a:p>
        </p:txBody>
      </p:sp>
    </p:spTree>
    <p:extLst>
      <p:ext uri="{BB962C8B-B14F-4D97-AF65-F5344CB8AC3E}">
        <p14:creationId xmlns:p14="http://schemas.microsoft.com/office/powerpoint/2010/main" val="121753371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8" name="Rectangle 17">
            <a:extLst>
              <a:ext uri="{FF2B5EF4-FFF2-40B4-BE49-F238E27FC236}">
                <a16:creationId xmlns:a16="http://schemas.microsoft.com/office/drawing/2014/main" id="{7B831B6F-405A-4B47-B9BB-5CA88F2858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F954A77-DC4D-4CB7-0092-335E60A368C2}"/>
              </a:ext>
            </a:extLst>
          </p:cNvPr>
          <p:cNvSpPr>
            <a:spLocks noGrp="1"/>
          </p:cNvSpPr>
          <p:nvPr>
            <p:ph type="title"/>
          </p:nvPr>
        </p:nvSpPr>
        <p:spPr>
          <a:xfrm>
            <a:off x="6739128" y="638089"/>
            <a:ext cx="4818888" cy="1476801"/>
          </a:xfrm>
        </p:spPr>
        <p:txBody>
          <a:bodyPr anchor="b">
            <a:normAutofit/>
          </a:bodyPr>
          <a:lstStyle/>
          <a:p>
            <a:r>
              <a:rPr lang="en-US" sz="5000">
                <a:ea typeface="+mj-lt"/>
                <a:cs typeface="+mj-lt"/>
              </a:rPr>
              <a:t>N95 Days by COVID Burden</a:t>
            </a:r>
            <a:endParaRPr lang="en-US" sz="5000"/>
          </a:p>
        </p:txBody>
      </p:sp>
      <p:pic>
        <p:nvPicPr>
          <p:cNvPr id="4" name="Picture 3" descr="A screenshot of a computer code&#10;&#10;AI-generated content may be incorrect.">
            <a:extLst>
              <a:ext uri="{FF2B5EF4-FFF2-40B4-BE49-F238E27FC236}">
                <a16:creationId xmlns:a16="http://schemas.microsoft.com/office/drawing/2014/main" id="{50D52685-958A-5994-555C-5E6723FCDA97}"/>
              </a:ext>
            </a:extLst>
          </p:cNvPr>
          <p:cNvPicPr>
            <a:picLocks noChangeAspect="1"/>
          </p:cNvPicPr>
          <p:nvPr/>
        </p:nvPicPr>
        <p:blipFill>
          <a:blip r:embed="rId2"/>
          <a:stretch>
            <a:fillRect/>
          </a:stretch>
        </p:blipFill>
        <p:spPr>
          <a:xfrm>
            <a:off x="630936" y="1959278"/>
            <a:ext cx="5458968" cy="2939443"/>
          </a:xfrm>
          <a:prstGeom prst="rect">
            <a:avLst/>
          </a:prstGeom>
        </p:spPr>
      </p:pic>
      <p:sp>
        <p:nvSpPr>
          <p:cNvPr id="20" name="sketch line">
            <a:extLst>
              <a:ext uri="{FF2B5EF4-FFF2-40B4-BE49-F238E27FC236}">
                <a16:creationId xmlns:a16="http://schemas.microsoft.com/office/drawing/2014/main" id="{953EE71A-6488-4203-A7C4-77102FD0DC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739128" y="2372868"/>
            <a:ext cx="3255095" cy="18288"/>
          </a:xfrm>
          <a:custGeom>
            <a:avLst/>
            <a:gdLst>
              <a:gd name="csX0" fmla="*/ 0 w 3255095"/>
              <a:gd name="csY0" fmla="*/ 0 h 18288"/>
              <a:gd name="csX1" fmla="*/ 618468 w 3255095"/>
              <a:gd name="csY1" fmla="*/ 0 h 18288"/>
              <a:gd name="csX2" fmla="*/ 1269487 w 3255095"/>
              <a:gd name="csY2" fmla="*/ 0 h 18288"/>
              <a:gd name="csX3" fmla="*/ 1953057 w 3255095"/>
              <a:gd name="csY3" fmla="*/ 0 h 18288"/>
              <a:gd name="csX4" fmla="*/ 2636627 w 3255095"/>
              <a:gd name="csY4" fmla="*/ 0 h 18288"/>
              <a:gd name="csX5" fmla="*/ 3255095 w 3255095"/>
              <a:gd name="csY5" fmla="*/ 0 h 18288"/>
              <a:gd name="csX6" fmla="*/ 3255095 w 3255095"/>
              <a:gd name="csY6" fmla="*/ 18288 h 18288"/>
              <a:gd name="csX7" fmla="*/ 2538974 w 3255095"/>
              <a:gd name="csY7" fmla="*/ 18288 h 18288"/>
              <a:gd name="csX8" fmla="*/ 1822853 w 3255095"/>
              <a:gd name="csY8" fmla="*/ 18288 h 18288"/>
              <a:gd name="csX9" fmla="*/ 1171834 w 3255095"/>
              <a:gd name="csY9" fmla="*/ 18288 h 18288"/>
              <a:gd name="csX10" fmla="*/ 0 w 3255095"/>
              <a:gd name="csY10" fmla="*/ 18288 h 18288"/>
              <a:gd name="csX11" fmla="*/ 0 w 3255095"/>
              <a:gd name="csY11"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3255095" h="18288" fill="none" extrusionOk="0">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extrusionOk="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80E117F8-560D-8B8B-290E-5D041D33D1A9}"/>
              </a:ext>
            </a:extLst>
          </p:cNvPr>
          <p:cNvSpPr>
            <a:spLocks noGrp="1"/>
          </p:cNvSpPr>
          <p:nvPr>
            <p:ph idx="1"/>
          </p:nvPr>
        </p:nvSpPr>
        <p:spPr>
          <a:xfrm>
            <a:off x="6739128" y="2664886"/>
            <a:ext cx="4818888" cy="3550789"/>
          </a:xfrm>
        </p:spPr>
        <p:txBody>
          <a:bodyPr vert="horz" lIns="91440" tIns="45720" rIns="91440" bIns="45720" rtlCol="0" anchor="t">
            <a:normAutofit/>
          </a:bodyPr>
          <a:lstStyle/>
          <a:p>
            <a:r>
              <a:rPr lang="en-US" sz="1700">
                <a:ea typeface="+mn-lt"/>
                <a:cs typeface="+mn-lt"/>
              </a:rPr>
              <a:t>The table compares average N95 supply across four COVID hospitalization quartiles.</a:t>
            </a:r>
            <a:endParaRPr lang="en-US" sz="1700"/>
          </a:p>
          <a:p>
            <a:r>
              <a:rPr lang="en-US" sz="1700">
                <a:ea typeface="+mn-lt"/>
                <a:cs typeface="+mn-lt"/>
              </a:rPr>
              <a:t>All four groups sit at almost the exact same level of N95 supply.</a:t>
            </a:r>
            <a:endParaRPr lang="en-US" sz="1700"/>
          </a:p>
          <a:p>
            <a:r>
              <a:rPr lang="en-US" sz="1700">
                <a:ea typeface="+mn-lt"/>
                <a:cs typeface="+mn-lt"/>
              </a:rPr>
              <a:t>Higher COVID burden does not correspond to lower N95 availability.</a:t>
            </a:r>
            <a:endParaRPr lang="en-US" sz="1700"/>
          </a:p>
          <a:p>
            <a:r>
              <a:rPr lang="en-US" sz="1700">
                <a:ea typeface="+mn-lt"/>
                <a:cs typeface="+mn-lt"/>
              </a:rPr>
              <a:t>Even states with the heaviest COVID load maintained around 3–4 days of supply.</a:t>
            </a:r>
            <a:endParaRPr lang="en-US" sz="1700"/>
          </a:p>
          <a:p>
            <a:r>
              <a:rPr lang="en-US" sz="1700">
                <a:ea typeface="+mn-lt"/>
                <a:cs typeface="+mn-lt"/>
              </a:rPr>
              <a:t>Overall takeaway: N95 inventory stayed stable nationwide, regardless of COVID pressure.</a:t>
            </a:r>
            <a:endParaRPr lang="en-US" sz="1700"/>
          </a:p>
          <a:p>
            <a:pPr marL="0" indent="0">
              <a:buNone/>
            </a:pPr>
            <a:endParaRPr lang="en-US" sz="1700"/>
          </a:p>
        </p:txBody>
      </p:sp>
      <p:sp>
        <p:nvSpPr>
          <p:cNvPr id="6" name="TextBox 5">
            <a:extLst>
              <a:ext uri="{FF2B5EF4-FFF2-40B4-BE49-F238E27FC236}">
                <a16:creationId xmlns:a16="http://schemas.microsoft.com/office/drawing/2014/main" id="{D0DE8135-D990-79FC-3E3B-3410EC4814B1}"/>
              </a:ext>
            </a:extLst>
          </p:cNvPr>
          <p:cNvSpPr txBox="1"/>
          <p:nvPr/>
        </p:nvSpPr>
        <p:spPr>
          <a:xfrm>
            <a:off x="7816001" y="6339645"/>
            <a:ext cx="3734311"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t>Slide 16</a:t>
            </a:r>
          </a:p>
        </p:txBody>
      </p:sp>
    </p:spTree>
    <p:extLst>
      <p:ext uri="{BB962C8B-B14F-4D97-AF65-F5344CB8AC3E}">
        <p14:creationId xmlns:p14="http://schemas.microsoft.com/office/powerpoint/2010/main" val="269862941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4" name="Rectangle 13">
            <a:extLst>
              <a:ext uri="{FF2B5EF4-FFF2-40B4-BE49-F238E27FC236}">
                <a16:creationId xmlns:a16="http://schemas.microsoft.com/office/drawing/2014/main" id="{90D01200-0224-43C5-AB38-FB4D16B73FB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6A13A45-D188-E6E4-6270-1A2C1141573E}"/>
              </a:ext>
            </a:extLst>
          </p:cNvPr>
          <p:cNvSpPr>
            <a:spLocks noGrp="1"/>
          </p:cNvSpPr>
          <p:nvPr>
            <p:ph type="title"/>
          </p:nvPr>
        </p:nvSpPr>
        <p:spPr>
          <a:xfrm>
            <a:off x="612648" y="1078992"/>
            <a:ext cx="6268770" cy="1536192"/>
          </a:xfrm>
        </p:spPr>
        <p:txBody>
          <a:bodyPr anchor="b">
            <a:normAutofit/>
          </a:bodyPr>
          <a:lstStyle/>
          <a:p>
            <a:r>
              <a:rPr lang="en-US" sz="5200">
                <a:ea typeface="+mj-lt"/>
                <a:cs typeface="+mj-lt"/>
              </a:rPr>
              <a:t>ICU Usage vs N95 Supply Stability</a:t>
            </a:r>
            <a:endParaRPr lang="en-US" sz="5200"/>
          </a:p>
        </p:txBody>
      </p:sp>
      <p:sp>
        <p:nvSpPr>
          <p:cNvPr id="15" name="Rectangle 14">
            <a:extLst>
              <a:ext uri="{FF2B5EF4-FFF2-40B4-BE49-F238E27FC236}">
                <a16:creationId xmlns:a16="http://schemas.microsoft.com/office/drawing/2014/main" id="{728A44A4-A002-4A88-9FC9-1D0566C97A4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853202" y="363389"/>
            <a:ext cx="73152" cy="5486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13" name="Rectangle 12">
            <a:extLst>
              <a:ext uri="{FF2B5EF4-FFF2-40B4-BE49-F238E27FC236}">
                <a16:creationId xmlns:a16="http://schemas.microsoft.com/office/drawing/2014/main" id="{3E7D5C7B-DD16-401B-85CE-4AAA2A4F51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18506" y="2935541"/>
            <a:ext cx="6217920" cy="18288"/>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3" name="Content Placeholder 2">
            <a:extLst>
              <a:ext uri="{FF2B5EF4-FFF2-40B4-BE49-F238E27FC236}">
                <a16:creationId xmlns:a16="http://schemas.microsoft.com/office/drawing/2014/main" id="{C104124A-F8F8-4F4C-B3D3-919A7CD2EBA6}"/>
              </a:ext>
            </a:extLst>
          </p:cNvPr>
          <p:cNvSpPr>
            <a:spLocks noGrp="1"/>
          </p:cNvSpPr>
          <p:nvPr>
            <p:ph idx="1"/>
          </p:nvPr>
        </p:nvSpPr>
        <p:spPr>
          <a:xfrm>
            <a:off x="612648" y="3355848"/>
            <a:ext cx="6268770" cy="2825496"/>
          </a:xfrm>
        </p:spPr>
        <p:txBody>
          <a:bodyPr vert="horz" lIns="91440" tIns="45720" rIns="91440" bIns="45720" rtlCol="0">
            <a:normAutofit/>
          </a:bodyPr>
          <a:lstStyle/>
          <a:p>
            <a:r>
              <a:rPr lang="en-US" sz="1500">
                <a:ea typeface="+mn-lt"/>
                <a:cs typeface="+mn-lt"/>
              </a:rPr>
              <a:t>The table compares average ICU bed usage and average N95 supply days for every U.S. state.</a:t>
            </a:r>
            <a:endParaRPr lang="en-US" sz="1500"/>
          </a:p>
          <a:p>
            <a:r>
              <a:rPr lang="en-US" sz="1500">
                <a:ea typeface="+mn-lt"/>
                <a:cs typeface="+mn-lt"/>
              </a:rPr>
              <a:t>States with the highest ICU demand still show roughly the same N95 supply levels as everyone else.</a:t>
            </a:r>
            <a:endParaRPr lang="en-US" sz="1500"/>
          </a:p>
          <a:p>
            <a:r>
              <a:rPr lang="en-US" sz="1500">
                <a:ea typeface="+mn-lt"/>
                <a:cs typeface="+mn-lt"/>
              </a:rPr>
              <a:t>There is no clear pattern linking higher ICU strain to lower N95 availability.</a:t>
            </a:r>
            <a:endParaRPr lang="en-US" sz="1500"/>
          </a:p>
          <a:p>
            <a:r>
              <a:rPr lang="en-US" sz="1500">
                <a:ea typeface="+mn-lt"/>
                <a:cs typeface="+mn-lt"/>
              </a:rPr>
              <a:t>N95 supply appears steady regardless of how busy the ICUs were.</a:t>
            </a:r>
            <a:endParaRPr lang="en-US" sz="1500"/>
          </a:p>
          <a:p>
            <a:r>
              <a:rPr lang="en-US" sz="1500">
                <a:ea typeface="+mn-lt"/>
                <a:cs typeface="+mn-lt"/>
              </a:rPr>
              <a:t>Overall takeaway: PPE distribution remained consistent even under high patient load.</a:t>
            </a:r>
            <a:endParaRPr lang="en-US" sz="1500"/>
          </a:p>
          <a:p>
            <a:endParaRPr lang="en-US" sz="1500"/>
          </a:p>
        </p:txBody>
      </p:sp>
      <p:pic>
        <p:nvPicPr>
          <p:cNvPr id="4" name="Picture 3" descr="A screenshot of a computer code&#10;&#10;AI-generated content may be incorrect.">
            <a:extLst>
              <a:ext uri="{FF2B5EF4-FFF2-40B4-BE49-F238E27FC236}">
                <a16:creationId xmlns:a16="http://schemas.microsoft.com/office/drawing/2014/main" id="{121EAC77-162A-8282-D15C-611628B33671}"/>
              </a:ext>
            </a:extLst>
          </p:cNvPr>
          <p:cNvPicPr>
            <a:picLocks noChangeAspect="1"/>
          </p:cNvPicPr>
          <p:nvPr/>
        </p:nvPicPr>
        <p:blipFill>
          <a:blip r:embed="rId2"/>
          <a:stretch>
            <a:fillRect/>
          </a:stretch>
        </p:blipFill>
        <p:spPr>
          <a:xfrm>
            <a:off x="7494066" y="1354947"/>
            <a:ext cx="4237686" cy="4072582"/>
          </a:xfrm>
          <a:prstGeom prst="rect">
            <a:avLst/>
          </a:prstGeom>
        </p:spPr>
      </p:pic>
      <p:sp>
        <p:nvSpPr>
          <p:cNvPr id="6" name="TextBox 5">
            <a:extLst>
              <a:ext uri="{FF2B5EF4-FFF2-40B4-BE49-F238E27FC236}">
                <a16:creationId xmlns:a16="http://schemas.microsoft.com/office/drawing/2014/main" id="{24EFF424-1274-FD76-A6C7-A812423B4460}"/>
              </a:ext>
            </a:extLst>
          </p:cNvPr>
          <p:cNvSpPr txBox="1"/>
          <p:nvPr/>
        </p:nvSpPr>
        <p:spPr>
          <a:xfrm>
            <a:off x="7816001" y="6339645"/>
            <a:ext cx="3734311"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t>Slide 17</a:t>
            </a:r>
          </a:p>
        </p:txBody>
      </p:sp>
    </p:spTree>
    <p:extLst>
      <p:ext uri="{BB962C8B-B14F-4D97-AF65-F5344CB8AC3E}">
        <p14:creationId xmlns:p14="http://schemas.microsoft.com/office/powerpoint/2010/main" val="264811898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0" name="Rectangle 19">
            <a:extLst>
              <a:ext uri="{FF2B5EF4-FFF2-40B4-BE49-F238E27FC236}">
                <a16:creationId xmlns:a16="http://schemas.microsoft.com/office/drawing/2014/main" id="{1B15ED52-F352-441B-82BF-E0EA34836D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3B2E3793-BFE6-45A2-9B7B-E18844431C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a:extLst>
              <a:ext uri="{FF2B5EF4-FFF2-40B4-BE49-F238E27FC236}">
                <a16:creationId xmlns:a16="http://schemas.microsoft.com/office/drawing/2014/main" id="{BC4C4868-CB8F-4AF9-9CDB-8108F2C19B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375E0459-6403-40CD-989D-56A4407CA1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53E5B1A8-3AC9-4BD1-9BBC-78CA94F2D1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9E9EE74-9D4B-A2AC-BA68-D274A76C8615}"/>
              </a:ext>
            </a:extLst>
          </p:cNvPr>
          <p:cNvSpPr>
            <a:spLocks noGrp="1"/>
          </p:cNvSpPr>
          <p:nvPr>
            <p:ph type="title"/>
          </p:nvPr>
        </p:nvSpPr>
        <p:spPr>
          <a:xfrm>
            <a:off x="1371599" y="294538"/>
            <a:ext cx="9895951" cy="1033669"/>
          </a:xfrm>
        </p:spPr>
        <p:txBody>
          <a:bodyPr>
            <a:normAutofit/>
          </a:bodyPr>
          <a:lstStyle/>
          <a:p>
            <a:r>
              <a:rPr lang="en-US" sz="4000">
                <a:solidFill>
                  <a:srgbClr val="FFFFFF"/>
                </a:solidFill>
              </a:rPr>
              <a:t>Conclusion</a:t>
            </a:r>
          </a:p>
        </p:txBody>
      </p:sp>
      <p:sp>
        <p:nvSpPr>
          <p:cNvPr id="3" name="Content Placeholder 2">
            <a:extLst>
              <a:ext uri="{FF2B5EF4-FFF2-40B4-BE49-F238E27FC236}">
                <a16:creationId xmlns:a16="http://schemas.microsoft.com/office/drawing/2014/main" id="{4BEB9D6E-639B-BA3B-8734-4DB738B0A1CE}"/>
              </a:ext>
            </a:extLst>
          </p:cNvPr>
          <p:cNvSpPr>
            <a:spLocks noGrp="1"/>
          </p:cNvSpPr>
          <p:nvPr>
            <p:ph idx="1"/>
          </p:nvPr>
        </p:nvSpPr>
        <p:spPr>
          <a:xfrm>
            <a:off x="1371599" y="2318197"/>
            <a:ext cx="9724031" cy="3683358"/>
          </a:xfrm>
        </p:spPr>
        <p:txBody>
          <a:bodyPr vert="horz" lIns="91440" tIns="45720" rIns="91440" bIns="45720" rtlCol="0" anchor="ctr">
            <a:normAutofit/>
          </a:bodyPr>
          <a:lstStyle/>
          <a:p>
            <a:pPr marL="0" indent="0">
              <a:buNone/>
            </a:pPr>
            <a:r>
              <a:rPr lang="en-US" sz="2000">
                <a:ea typeface="+mn-lt"/>
                <a:cs typeface="+mn-lt"/>
              </a:rPr>
              <a:t>After all of our findings, the answer to the question of How consistently were U.S. hospitals able to obtain critical supplies such as N95 masks, PPE, and ventilators during periods of high patient demand, is that the hospitals were well supplied in terms of N95’s and PPE and ventilators. From most of our graphs, the mean is very high and close to the max, which indicates there were very few hospitals that experienced shortages. Despite the high number of patients, as evident by the COVID graphs, the hospital did manage to sustain a good amount of supplies. It should be noted that there are instances in the data where hospital updates were not reported. Furthermore, the main problem wasn’t supplies; it was workers. There was a shortage of workers across the states. Our final conclusion is that </a:t>
            </a:r>
            <a:r>
              <a:rPr lang="en-US" sz="2000" err="1">
                <a:ea typeface="+mn-lt"/>
                <a:cs typeface="+mn-lt"/>
              </a:rPr>
              <a:t>hospitials</a:t>
            </a:r>
            <a:r>
              <a:rPr lang="en-US" sz="2000">
                <a:ea typeface="+mn-lt"/>
                <a:cs typeface="+mn-lt"/>
              </a:rPr>
              <a:t> were well covered in this time period in terms supplies, but certain areas required more hospital workers to manage demand</a:t>
            </a:r>
            <a:endParaRPr lang="en-US" sz="2000"/>
          </a:p>
        </p:txBody>
      </p:sp>
      <p:sp>
        <p:nvSpPr>
          <p:cNvPr id="5" name="TextBox 4">
            <a:extLst>
              <a:ext uri="{FF2B5EF4-FFF2-40B4-BE49-F238E27FC236}">
                <a16:creationId xmlns:a16="http://schemas.microsoft.com/office/drawing/2014/main" id="{49762CE3-61B1-BA08-B916-6D18DF338827}"/>
              </a:ext>
            </a:extLst>
          </p:cNvPr>
          <p:cNvSpPr txBox="1"/>
          <p:nvPr/>
        </p:nvSpPr>
        <p:spPr>
          <a:xfrm>
            <a:off x="7816001" y="6339645"/>
            <a:ext cx="3734311"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t>Slide 18</a:t>
            </a:r>
          </a:p>
        </p:txBody>
      </p:sp>
    </p:spTree>
    <p:extLst>
      <p:ext uri="{BB962C8B-B14F-4D97-AF65-F5344CB8AC3E}">
        <p14:creationId xmlns:p14="http://schemas.microsoft.com/office/powerpoint/2010/main" val="357832650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19</Slides>
  <Notes>0</Notes>
  <HiddenSlides>0</HiddenSlides>
  <ScaleCrop>false</ScaleCrop>
  <HeadingPairs>
    <vt:vector size="4" baseType="variant">
      <vt:variant>
        <vt:lpstr>Theme</vt:lpstr>
      </vt:variant>
      <vt:variant>
        <vt:i4>1</vt:i4>
      </vt:variant>
      <vt:variant>
        <vt:lpstr>Slide Titles</vt:lpstr>
      </vt:variant>
      <vt:variant>
        <vt:i4>19</vt:i4>
      </vt:variant>
    </vt:vector>
  </HeadingPairs>
  <TitlesOfParts>
    <vt:vector size="20" baseType="lpstr">
      <vt:lpstr>Office Theme</vt:lpstr>
      <vt:lpstr>Hospital Supply Analysis (April 2024 report)</vt:lpstr>
      <vt:lpstr>Introduction</vt:lpstr>
      <vt:lpstr>Questions</vt:lpstr>
      <vt:lpstr>About the Data</vt:lpstr>
      <vt:lpstr>Data Cleaning</vt:lpstr>
      <vt:lpstr>COVID Hospitalizations by state</vt:lpstr>
      <vt:lpstr>ICU Beds used By state</vt:lpstr>
      <vt:lpstr>States with best/worst respirator supply </vt:lpstr>
      <vt:lpstr>Rate of Critical Staffing Shortages by State</vt:lpstr>
      <vt:lpstr>Missed reporting by state </vt:lpstr>
      <vt:lpstr>Hospitals with less than 3 days of PPE supply </vt:lpstr>
      <vt:lpstr>Hospitals Reporting Staffing Shortages</vt:lpstr>
      <vt:lpstr>Average Days of Total PPE Supply</vt:lpstr>
      <vt:lpstr>PPE Shortages vs Staffing Shortages</vt:lpstr>
      <vt:lpstr>N95 Supply vs. COVID Burden</vt:lpstr>
      <vt:lpstr>N95 Supply Variation Across States</vt:lpstr>
      <vt:lpstr>N95 Days by COVID Burden</vt:lpstr>
      <vt:lpstr>ICU Usage vs N95 Supply Stability</vt:lpstr>
      <vt:lpstr>Conclusion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Naveen Prabakar</dc:creator>
  <cp:revision>1</cp:revision>
  <dcterms:created xsi:type="dcterms:W3CDTF">2025-12-07T19:27:02Z</dcterms:created>
  <dcterms:modified xsi:type="dcterms:W3CDTF">2025-12-10T18:41:27Z</dcterms:modified>
</cp:coreProperties>
</file>