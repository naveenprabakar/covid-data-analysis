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62C4-53FC-0EB5-55B1-FA892AF3B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5D458-508A-3AB8-1E98-4004F658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B303F-387E-455B-BB6F-38EE2C19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9D21F-4D68-1815-BE16-594DBFAB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5D6AD-94B9-23D5-DB17-B2F4C99D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87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5378-B1C1-073C-D7EF-0D9727FE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A1749-F844-1D93-2458-CE726AB57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7C7C9-C2AC-12E8-027D-FA6C8A0F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B4F5-1B94-6EAC-B875-5302C200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3170-3622-A536-C016-ECF69A67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029A-78DE-89F0-F1D4-6D3C408B4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44330-81FC-6B9E-D576-70D82EE0C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1FF52-3CA6-E680-F7A8-8144A60E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99613-4E20-BECE-3D4C-CF92D52B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19135-8B77-88B1-C89D-B5EEAF5F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35ED-C18A-8B72-1FDB-888C3C8D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4B89E-66C2-4009-1F93-468B4F2E4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E2393-3F75-8906-0E25-E26735278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36BF7-7C55-D0B2-19B6-91ED1050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93148-F604-1E7E-8F52-10052C26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E5D8A-CC02-DDAF-2627-6AE13DF9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2764-77C1-137C-A59F-B2930336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D03CE-EE76-626D-970A-0BE101004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2D3DE-7893-1304-CE47-009241336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3C854-6306-90F3-2E9F-72F926E5A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B3912-B8CF-6F36-523F-A7109318A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49154-57B6-8FB6-0356-DB4AA0DD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669947-D6C3-5DAE-3E47-31B5A884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8966C-D821-9875-5D78-3EC211DE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1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FAEC-215A-A215-878D-C98E9DB0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82832-D981-13D1-993B-13348842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4381E-F637-C245-DDA8-27542056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80FC3-EF31-878F-B12D-FA1A7E82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07C07-AE80-F3DA-4EE7-FA2E833E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7B2A4-1170-4CA6-D3A6-CBC714F2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EC32-FCFF-EF6B-19D2-8BCDA089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6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3329-0726-7162-C9E0-029DAF4B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80F0-6526-0F3E-D5C6-CF0CDF954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7E828-6BD6-60A1-3F92-E4D1BD759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EBFD6-0EC0-DD32-6229-CC217A21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BBA7C-B931-60D7-4757-FCC26839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34468-60F5-9BCD-99F5-E5743B5D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5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2544C-1DF0-F584-21C4-C5BCC8EC5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8C87FF-9246-DF9D-E942-916969B205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B1443-4E52-53D5-C967-D635834BE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13F20-A92A-99AC-6338-621D7D82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B1FFD-EFC0-34D3-9277-0F35E886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463D6-BDCB-3A75-EB1A-FC3BBDC6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0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D5F9-71EC-C8EA-1C61-4C2A83D6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6E196-4981-6FF0-B503-7D2008A8B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43D6-7B9D-3A56-2879-5B91E0FD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53255-9765-8074-28B0-C65AB7CC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46C9E-3D03-3445-A0D5-F52CC95E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2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C892B-256C-2B88-2F8D-19D3CB6A2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776035-EE22-D4F9-E69E-BD6990D7D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59A99-8081-4EE9-336F-CEFA1B98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216E0-0F2D-F0E9-C870-AD9216DB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88D8-29F7-C54A-05FF-C23E4E029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3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C74F3-1C02-3E72-EE91-2AD177EA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4682-1694-2219-39E1-0F52F3807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2FAA7-4944-0514-581D-D7AD4B907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5646A-6C7C-4DAE-A91F-FFF06B197EE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7858F-FC1F-E0E6-3515-733E2E585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CB32A-3B5B-889D-4EE5-1E3163D07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0959E-7C91-489E-A325-1946045EF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4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A2C5-A44B-4262-0151-C7606A5CD5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Hospital Supply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BAF9C-F745-0B7D-D8CF-C0605FCCD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Naveen Prabakar, </a:t>
            </a:r>
            <a:r>
              <a:rPr lang="en-US"/>
              <a:t>Riza Danurdoro (</a:t>
            </a:r>
            <a:r>
              <a:rPr lang="en-US" dirty="0"/>
              <a:t>add your names)</a:t>
            </a:r>
          </a:p>
        </p:txBody>
      </p:sp>
    </p:spTree>
    <p:extLst>
      <p:ext uri="{BB962C8B-B14F-4D97-AF65-F5344CB8AC3E}">
        <p14:creationId xmlns:p14="http://schemas.microsoft.com/office/powerpoint/2010/main" val="386875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Hospital Supply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Prabakar</dc:creator>
  <cp:lastModifiedBy>Danurdoro, Riza P</cp:lastModifiedBy>
  <cp:revision>2</cp:revision>
  <dcterms:created xsi:type="dcterms:W3CDTF">2025-12-07T19:27:02Z</dcterms:created>
  <dcterms:modified xsi:type="dcterms:W3CDTF">2025-12-08T02:41:40Z</dcterms:modified>
</cp:coreProperties>
</file>