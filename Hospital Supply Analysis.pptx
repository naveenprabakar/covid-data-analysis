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F62C4-53FC-0EB5-55B1-FA892AF3B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5D458-508A-3AB8-1E98-4004F658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B303F-387E-455B-BB6F-38EE2C19A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D21F-4D68-1815-BE16-594DBFAB4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5D6AD-94B9-23D5-DB17-B2F4C99D6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87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35378-B1C1-073C-D7EF-0D9727FEF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A1749-F844-1D93-2458-CE726AB57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7C7C9-C2AC-12E8-027D-FA6C8A0FD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6B4F5-1B94-6EAC-B875-5302C2006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93170-3622-A536-C016-ECF69A67A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D029A-78DE-89F0-F1D4-6D3C408B4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44330-81FC-6B9E-D576-70D82EE0C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1FF52-3CA6-E680-F7A8-8144A60E1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99613-4E20-BECE-3D4C-CF92D52BC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19135-8B77-88B1-C89D-B5EEAF5F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53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35ED-C18A-8B72-1FDB-888C3C8D8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4B89E-66C2-4009-1F93-468B4F2E41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2E2393-3F75-8906-0E25-E267352780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36BF7-7C55-D0B2-19B6-91ED1050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93148-F604-1E7E-8F52-10052C26B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2E5D8A-CC02-DDAF-2627-6AE13DF9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36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52764-77C1-137C-A59F-B2930336E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D03CE-EE76-626D-970A-0BE101004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2D3DE-7893-1304-CE47-009241336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3C854-6306-90F3-2E9F-72F926E5A9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7B3912-B8CF-6F36-523F-A7109318A3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849154-57B6-8FB6-0356-DB4AA0DD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669947-D6C3-5DAE-3E47-31B5A8840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C8966C-D821-9875-5D78-3EC211DE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12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0FAEC-215A-A215-878D-C98E9DB0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82832-D981-13D1-993B-133488421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E4381E-F637-C245-DDA8-275420565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680FC3-EF31-878F-B12D-FA1A7E823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60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07C07-AE80-F3DA-4EE7-FA2E833EA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C7B2A4-1170-4CA6-D3A6-CBC714F2D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9EC32-FCFF-EF6B-19D2-8BCDA089D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264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13329-0726-7162-C9E0-029DAF4B2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080F0-6526-0F3E-D5C6-CF0CDF954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7E828-6BD6-60A1-3F92-E4D1BD759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FEBFD6-0EC0-DD32-6229-CC217A21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BBA7C-B931-60D7-4757-FCC268394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34468-60F5-9BCD-99F5-E5743B5D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951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2544C-1DF0-F584-21C4-C5BCC8EC5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8C87FF-9246-DF9D-E942-916969B205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B1443-4E52-53D5-C967-D635834BE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13F20-A92A-99AC-6338-621D7D82B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B1FFD-EFC0-34D3-9277-0F35E886C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463D6-BDCB-3A75-EB1A-FC3BBDC6A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307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FD5F9-71EC-C8EA-1C61-4C2A83D69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A6E196-4981-6FF0-B503-7D2008A8B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243D6-7B9D-3A56-2879-5B91E0FDF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53255-9765-8074-28B0-C65AB7CCF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46C9E-3D03-3445-A0D5-F52CC95EE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27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BC892B-256C-2B88-2F8D-19D3CB6A26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776035-EE22-D4F9-E69E-BD6990D7D3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59A99-8081-4EE9-336F-CEFA1B986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216E0-0F2D-F0E9-C870-AD9216DB8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88D8-29F7-C54A-05FF-C23E4E029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539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DC74F3-1C02-3E72-EE91-2AD177EA8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34682-1694-2219-39E1-0F52F3807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2FAA7-4944-0514-581D-D7AD4B907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55646A-6C7C-4DAE-A91F-FFF06B197E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7858F-FC1F-E0E6-3515-733E2E585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CB32A-3B5B-889D-4EE5-1E3163D07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940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DA2C5-A44B-4262-0151-C7606A5CD5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Hospital Supply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9BAF9C-F745-0B7D-D8CF-C0605FCCD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Naveen Prabakar</a:t>
            </a:r>
            <a:r>
              <a:rPr lang="en-US"/>
              <a:t>, Ari Martono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8757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Hospital Supply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Naveen Prabakar</dc:creator>
  <cp:lastModifiedBy>Ari Martono</cp:lastModifiedBy>
  <cp:revision>2</cp:revision>
  <dcterms:created xsi:type="dcterms:W3CDTF">2025-12-07T19:27:02Z</dcterms:created>
  <dcterms:modified xsi:type="dcterms:W3CDTF">2025-12-08T23:07:58Z</dcterms:modified>
</cp:coreProperties>
</file>